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customXml/item1.xml" ContentType="application/xml"/>
  <Override PartName="/customXml/itemProps1.xml" ContentType="application/vnd.openxmlformats-officedocument.customXmlProperties+xml"/>
  <Override PartName="/customXml/item2.xml" ContentType="application/xml"/>
  <Override PartName="/customXml/_rels/item2.xml.rels" ContentType="application/vnd.openxmlformats-package.relationships+xml"/>
  <Override PartName="/customXml/_rels/item1.xml.rels" ContentType="application/vnd.openxmlformats-package.relationships+xml"/>
  <Override PartName="/customXml/itemProps2.xml" ContentType="application/vnd.openxmlformats-officedocument.customXmlProperties+xml"/>
  <Override PartName="/ppt/presentation.xml" ContentType="application/vnd.openxmlformats-officedocument.presentationml.presentation.main+xml"/>
  <Override PartName="/ppt/slideMasters/slideMaster12.xml" ContentType="application/vnd.openxmlformats-officedocument.presentationml.slideMaster+xml"/>
  <Override PartName="/ppt/slideMasters/slideMaster11.xml" ContentType="application/vnd.openxmlformats-officedocument.presentationml.slideMaster+xml"/>
  <Override PartName="/ppt/slideMasters/slideMaster10.xml" ContentType="application/vnd.openxmlformats-officedocument.presentationml.slideMaster+xml"/>
  <Override PartName="/ppt/slideMasters/slideMaster9.xml" ContentType="application/vnd.openxmlformats-officedocument.presentationml.slideMaster+xml"/>
  <Override PartName="/ppt/slideMasters/slideMaster8.xml" ContentType="application/vnd.openxmlformats-officedocument.presentationml.slideMaster+xml"/>
  <Override PartName="/ppt/slideMasters/slideMaster7.xml" ContentType="application/vnd.openxmlformats-officedocument.presentationml.slideMaster+xml"/>
  <Override PartName="/ppt/slideMasters/slideMaster6.xml" ContentType="application/vnd.openxmlformats-officedocument.presentationml.slideMaster+xml"/>
  <Override PartName="/ppt/slideMasters/slideMaster5.xml" ContentType="application/vnd.openxmlformats-officedocument.presentationml.slideMaster+xml"/>
  <Override PartName="/ppt/slideMasters/slideMaster4.xml" ContentType="application/vnd.openxmlformats-officedocument.presentationml.slideMaster+xml"/>
  <Override PartName="/ppt/slideMasters/slideMaster3.xml" ContentType="application/vnd.openxmlformats-officedocument.presentationml.slideMaster+xml"/>
  <Override PartName="/ppt/slideMasters/slideMaster2.xml" ContentType="application/vnd.openxmlformats-officedocument.presentationml.slideMaster+xml"/>
  <Override PartName="/ppt/slideMasters/slideMaster24.xml" ContentType="application/vnd.openxmlformats-officedocument.presentationml.slideMaster+xml"/>
  <Override PartName="/ppt/slideMasters/slideMaster23.xml" ContentType="application/vnd.openxmlformats-officedocument.presentationml.slideMaster+xml"/>
  <Override PartName="/ppt/slideMasters/slideMaster22.xml" ContentType="application/vnd.openxmlformats-officedocument.presentationml.slideMaster+xml"/>
  <Override PartName="/ppt/slideMasters/slideMaster21.xml" ContentType="application/vnd.openxmlformats-officedocument.presentationml.slideMaster+xml"/>
  <Override PartName="/ppt/slideMasters/slideMaster19.xml" ContentType="application/vnd.openxmlformats-officedocument.presentationml.slideMaster+xml"/>
  <Override PartName="/ppt/slideMasters/slideMaster20.xml" ContentType="application/vnd.openxmlformats-officedocument.presentationml.slideMaster+xml"/>
  <Override PartName="/ppt/slideMasters/slideMaster18.xml" ContentType="application/vnd.openxmlformats-officedocument.presentationml.slideMaster+xml"/>
  <Override PartName="/ppt/slideMasters/slideMaster17.xml" ContentType="application/vnd.openxmlformats-officedocument.presentationml.slideMaster+xml"/>
  <Override PartName="/ppt/slideMasters/slideMaster16.xml" ContentType="application/vnd.openxmlformats-officedocument.presentationml.slideMaster+xml"/>
  <Override PartName="/ppt/slideMasters/slideMaster15.xml" ContentType="application/vnd.openxmlformats-officedocument.presentationml.slideMaster+xml"/>
  <Override PartName="/ppt/slideMasters/_rels/slideMaster1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_rels/slideMaster12.xml.rels" ContentType="application/vnd.openxmlformats-package.relationships+xml"/>
  <Override PartName="/ppt/slideMasters/_rels/slideMaster14.xml.rels" ContentType="application/vnd.openxmlformats-package.relationships+xml"/>
  <Override PartName="/ppt/slideMasters/_rels/slideMaster3.xml.rels" ContentType="application/vnd.openxmlformats-package.relationships+xml"/>
  <Override PartName="/ppt/slideMasters/_rels/slideMaster15.xml.rels" ContentType="application/vnd.openxmlformats-package.relationships+xml"/>
  <Override PartName="/ppt/slideMasters/_rels/slideMaster4.xml.rels" ContentType="application/vnd.openxmlformats-package.relationships+xml"/>
  <Override PartName="/ppt/slideMasters/_rels/slideMaster16.xml.rels" ContentType="application/vnd.openxmlformats-package.relationships+xml"/>
  <Override PartName="/ppt/slideMasters/_rels/slideMaster5.xml.rels" ContentType="application/vnd.openxmlformats-package.relationships+xml"/>
  <Override PartName="/ppt/slideMasters/_rels/slideMaster11.xml.rels" ContentType="application/vnd.openxmlformats-package.relationships+xml"/>
  <Override PartName="/ppt/slideMasters/_rels/slideMaster23.xml.rels" ContentType="application/vnd.openxmlformats-package.relationships+xml"/>
  <Override PartName="/ppt/slideMasters/_rels/slideMaster10.xml.rels" ContentType="application/vnd.openxmlformats-package.relationships+xml"/>
  <Override PartName="/ppt/slideMasters/_rels/slideMaster24.xml.rels" ContentType="application/vnd.openxmlformats-package.relationships+xml"/>
  <Override PartName="/ppt/slideMasters/_rels/slideMaster17.xml.rels" ContentType="application/vnd.openxmlformats-package.relationships+xml"/>
  <Override PartName="/ppt/slideMasters/_rels/slideMaster6.xml.rels" ContentType="application/vnd.openxmlformats-package.relationships+xml"/>
  <Override PartName="/ppt/slideMasters/_rels/slideMaster22.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21.xml.rels" ContentType="application/vnd.openxmlformats-package.relationships+xml"/>
  <Override PartName="/ppt/slideMasters/_rels/slideMaster19.xml.rels" ContentType="application/vnd.openxmlformats-package.relationships+xml"/>
  <Override PartName="/ppt/slideMasters/_rels/slideMaster7.xml.rels" ContentType="application/vnd.openxmlformats-package.relationships+xml"/>
  <Override PartName="/ppt/slideMasters/_rels/slideMaster20.xml.rels" ContentType="application/vnd.openxmlformats-package.relationships+xml"/>
  <Override PartName="/ppt/slideMasters/_rels/slideMaster18.xml.rels" ContentType="application/vnd.openxmlformats-package.relationships+xml"/>
  <Override PartName="/ppt/slideMasters/slideMaster14.xml" ContentType="application/vnd.openxmlformats-officedocument.presentationml.slideMaster+xml"/>
  <Override PartName="/ppt/slideMasters/slideMaster1.xml" ContentType="application/vnd.openxmlformats-officedocument.presentationml.slideMaster+xml"/>
  <Override PartName="/ppt/slideMasters/slideMaster13.xml" ContentType="application/vnd.openxmlformats-officedocument.presentationml.slideMaster+xml"/>
  <Override PartName="/ppt/presProps.xml" ContentType="application/vnd.openxmlformats-officedocument.presentationml.presProps+xml"/>
  <Override PartName="/ppt/theme/theme10.xml" ContentType="application/vnd.openxmlformats-officedocument.theme+xml"/>
  <Override PartName="/ppt/theme/theme9.xml" ContentType="application/vnd.openxmlformats-officedocument.theme+xml"/>
  <Override PartName="/ppt/theme/theme8.xml" ContentType="application/vnd.openxmlformats-officedocument.theme+xml"/>
  <Override PartName="/ppt/theme/theme7.xml" ContentType="application/vnd.openxmlformats-officedocument.theme+xml"/>
  <Override PartName="/ppt/theme/theme6.xml" ContentType="application/vnd.openxmlformats-officedocument.theme+xml"/>
  <Override PartName="/ppt/theme/theme5.xml" ContentType="application/vnd.openxmlformats-officedocument.theme+xml"/>
  <Override PartName="/ppt/theme/theme4.xml" ContentType="application/vnd.openxmlformats-officedocument.theme+xml"/>
  <Override PartName="/ppt/theme/theme13.xml" ContentType="application/vnd.openxmlformats-officedocument.theme+xml"/>
  <Override PartName="/ppt/theme/theme3.xml" ContentType="application/vnd.openxmlformats-officedocument.theme+xml"/>
  <Override PartName="/ppt/theme/theme12.xml" ContentType="application/vnd.openxmlformats-officedocument.theme+xml"/>
  <Override PartName="/ppt/theme/theme2.xml" ContentType="application/vnd.openxmlformats-officedocument.theme+xml"/>
  <Override PartName="/ppt/theme/theme24.xml" ContentType="application/vnd.openxmlformats-officedocument.theme+xml"/>
  <Override PartName="/ppt/theme/theme23.xml" ContentType="application/vnd.openxmlformats-officedocument.theme+xml"/>
  <Override PartName="/ppt/theme/theme1.xml" ContentType="application/vnd.openxmlformats-officedocument.theme+xml"/>
  <Override PartName="/ppt/theme/theme11.xml" ContentType="application/vnd.openxmlformats-officedocument.theme+xml"/>
  <Override PartName="/ppt/theme/theme22.xml" ContentType="application/vnd.openxmlformats-officedocument.theme+xml"/>
  <Override PartName="/ppt/theme/theme21.xml" ContentType="application/vnd.openxmlformats-officedocument.theme+xml"/>
  <Override PartName="/ppt/theme/theme19.xml" ContentType="application/vnd.openxmlformats-officedocument.theme+xml"/>
  <Override PartName="/ppt/theme/theme20.xml" ContentType="application/vnd.openxmlformats-officedocument.theme+xml"/>
  <Override PartName="/ppt/theme/theme18.xml" ContentType="application/vnd.openxmlformats-officedocument.theme+xml"/>
  <Override PartName="/ppt/theme/theme17.xml" ContentType="application/vnd.openxmlformats-officedocument.theme+xml"/>
  <Override PartName="/ppt/theme/theme16.xml" ContentType="application/vnd.openxmlformats-officedocument.theme+xml"/>
  <Override PartName="/ppt/theme/theme15.xml" ContentType="application/vnd.openxmlformats-officedocument.theme+xml"/>
  <Override PartName="/ppt/theme/theme14.xml" ContentType="application/vnd.openxmlformats-officedocument.theme+xml"/>
  <Override PartName="/ppt/slideLayouts/slideLayout9.xml" ContentType="application/vnd.openxmlformats-officedocument.presentationml.slideLayout+xml"/>
  <Override PartName="/ppt/slideLayouts/slideLayout13.xml" ContentType="application/vnd.openxmlformats-officedocument.presentationml.slideLayout+xml"/>
  <Override PartName="/ppt/slideLayouts/slideLayout8.xml" ContentType="application/vnd.openxmlformats-officedocument.presentationml.slideLayout+xml"/>
  <Override PartName="/ppt/slideLayouts/slideLayout12.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6.xml" ContentType="application/vnd.openxmlformats-officedocument.presentationml.slideLayout+xml"/>
  <Override PartName="/ppt/slideLayouts/slideLayout10.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_rels/slideLayout24.xml.rels" ContentType="application/vnd.openxmlformats-package.relationships+xml"/>
  <Override PartName="/ppt/slideLayouts/_rels/slideLayout4.xml.rels" ContentType="application/vnd.openxmlformats-package.relationships+xml"/>
  <Override PartName="/ppt/slideLayouts/_rels/slideLayout23.xml.rels" ContentType="application/vnd.openxmlformats-package.relationships+xml"/>
  <Override PartName="/ppt/slideLayouts/_rels/slideLayout3.xml.rels" ContentType="application/vnd.openxmlformats-package.relationships+xml"/>
  <Override PartName="/ppt/slideLayouts/_rels/slideLayout14.xml.rels" ContentType="application/vnd.openxmlformats-package.relationships+xml"/>
  <Override PartName="/ppt/slideLayouts/_rels/slideLayout15.xml.rels" ContentType="application/vnd.openxmlformats-package.relationships+xml"/>
  <Override PartName="/ppt/slideLayouts/_rels/slideLayout16.xml.rels" ContentType="application/vnd.openxmlformats-package.relationships+xml"/>
  <Override PartName="/ppt/slideLayouts/_rels/slideLayout17.xml.rels" ContentType="application/vnd.openxmlformats-package.relationships+xml"/>
  <Override PartName="/ppt/slideLayouts/_rels/slideLayout18.xml.rels" ContentType="application/vnd.openxmlformats-package.relationships+xml"/>
  <Override PartName="/ppt/slideLayouts/_rels/slideLayout20.xml.rels" ContentType="application/vnd.openxmlformats-package.relationships+xml"/>
  <Override PartName="/ppt/slideLayouts/_rels/slideLayout9.xml.rels" ContentType="application/vnd.openxmlformats-package.relationships+xml"/>
  <Override PartName="/ppt/slideLayouts/_rels/slideLayout13.xml.rels" ContentType="application/vnd.openxmlformats-package.relationships+xml"/>
  <Override PartName="/ppt/slideLayouts/_rels/slideLayout5.xml.rels" ContentType="application/vnd.openxmlformats-package.relationships+xml"/>
  <Override PartName="/ppt/slideLayouts/_rels/slideLayout8.xml.rels" ContentType="application/vnd.openxmlformats-package.relationships+xml"/>
  <Override PartName="/ppt/slideLayouts/_rels/slideLayout12.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2.xml.rels" ContentType="application/vnd.openxmlformats-package.relationships+xml"/>
  <Override PartName="/ppt/slideLayouts/_rels/slideLayout2.xml.rels" ContentType="application/vnd.openxmlformats-package.relationships+xml"/>
  <Override PartName="/ppt/slideLayouts/_rels/slideLayout19.xml.rels" ContentType="application/vnd.openxmlformats-package.relationships+xml"/>
  <Override PartName="/ppt/slideLayouts/_rels/slideLayout21.xml.rels" ContentType="application/vnd.openxmlformats-package.relationships+xml"/>
  <Override PartName="/ppt/slideLayouts/_rels/slideLayout1.xml.rels" ContentType="application/vnd.openxmlformats-package.relationships+xml"/>
  <Override PartName="/ppt/slideLayouts/slideLayout3.xml" ContentType="application/vnd.openxmlformats-officedocument.presentationml.slideLayout+xml"/>
  <Override PartName="/ppt/slideLayouts/slideLayout22.xml" ContentType="application/vnd.openxmlformats-officedocument.presentationml.slideLayout+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xml" ContentType="application/vnd.openxmlformats-officedocument.presentationml.slideLayout+xml"/>
  <Override PartName="/ppt/slides/slide29.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15.xml" ContentType="application/vnd.openxmlformats-officedocument.presentationml.slide+xml"/>
  <Override PartName="/ppt/slides/slide7.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8.xml" ContentType="application/vnd.openxmlformats-officedocument.presentationml.slide+xml"/>
  <Override PartName="/ppt/slides/slide2.xml" ContentType="application/vnd.openxmlformats-officedocument.presentationml.slide+xml"/>
  <Override PartName="/ppt/slides/slide10.xml" ContentType="application/vnd.openxmlformats-officedocument.presentationml.slide+xml"/>
  <Override PartName="/ppt/slides/slide17.xml" ContentType="application/vnd.openxmlformats-officedocument.presentationml.slide+xml"/>
  <Override PartName="/ppt/slides/slide9.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_rels/slide11.xml.rels" ContentType="application/vnd.openxmlformats-package.relationships+xml"/>
  <Override PartName="/ppt/slides/_rels/slide20.xml.rels" ContentType="application/vnd.openxmlformats-package.relationships+xml"/>
  <Override PartName="/ppt/slides/_rels/slide3.xml.rels" ContentType="application/vnd.openxmlformats-package.relationships+xml"/>
  <Override PartName="/ppt/slides/_rels/slide18.xml.rels" ContentType="application/vnd.openxmlformats-package.relationships+xml"/>
  <Override PartName="/ppt/slides/_rels/slide12.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19.xml.rels" ContentType="application/vnd.openxmlformats-package.relationships+xml"/>
  <Override PartName="/ppt/slides/_rels/slide13.xml.rels" ContentType="application/vnd.openxmlformats-package.relationships+xml"/>
  <Override PartName="/ppt/slides/_rels/slide22.xml.rels" ContentType="application/vnd.openxmlformats-package.relationships+xml"/>
  <Override PartName="/ppt/slides/_rels/slide5.xml.rels" ContentType="application/vnd.openxmlformats-package.relationships+xml"/>
  <Override PartName="/ppt/slides/_rels/slide23.xml.rels" ContentType="application/vnd.openxmlformats-package.relationships+xml"/>
  <Override PartName="/ppt/slides/_rels/slide6.xml.rels" ContentType="application/vnd.openxmlformats-package.relationships+xml"/>
  <Override PartName="/ppt/slides/_rels/slide24.xml.rels" ContentType="application/vnd.openxmlformats-package.relationships+xml"/>
  <Override PartName="/ppt/slides/_rels/slide7.xml.rels" ContentType="application/vnd.openxmlformats-package.relationships+xml"/>
  <Override PartName="/ppt/slides/_rels/slide34.xml.rels" ContentType="application/vnd.openxmlformats-package.relationships+xml"/>
  <Override PartName="/ppt/slides/_rels/slide10.xml.rels" ContentType="application/vnd.openxmlformats-package.relationships+xml"/>
  <Override PartName="/ppt/slides/_rels/slide45.xml.rels" ContentType="application/vnd.openxmlformats-package.relationships+xml"/>
  <Override PartName="/ppt/slides/_rels/slide25.xml.rels" ContentType="application/vnd.openxmlformats-package.relationships+xml"/>
  <Override PartName="/ppt/slides/_rels/slide8.xml.rels" ContentType="application/vnd.openxmlformats-package.relationships+xml"/>
  <Override PartName="/ppt/slides/_rels/slide9.xml.rels" ContentType="application/vnd.openxmlformats-package.relationships+xml"/>
  <Override PartName="/ppt/slides/_rels/slide26.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27.xml.rels" ContentType="application/vnd.openxmlformats-package.relationships+xml"/>
  <Override PartName="/ppt/slides/_rels/slide16.xml.rels" ContentType="application/vnd.openxmlformats-package.relationships+xml"/>
  <Override PartName="/ppt/slides/_rels/slide1.xml.rels" ContentType="application/vnd.openxmlformats-package.relationships+xml"/>
  <Override PartName="/ppt/slides/_rels/slide36.xml.rels" ContentType="application/vnd.openxmlformats-package.relationships+xml"/>
  <Override PartName="/ppt/slides/_rels/slide28.xml.rels" ContentType="application/vnd.openxmlformats-package.relationships+xml"/>
  <Override PartName="/ppt/slides/_rels/slide30.xml.rels" ContentType="application/vnd.openxmlformats-package.relationships+xml"/>
  <Override PartName="/ppt/slides/_rels/slide17.xml.rels" ContentType="application/vnd.openxmlformats-package.relationships+xml"/>
  <Override PartName="/ppt/slides/_rels/slide2.xml.rels" ContentType="application/vnd.openxmlformats-package.relationships+xml"/>
  <Override PartName="/ppt/slides/_rels/slide37.xml.rels" ContentType="application/vnd.openxmlformats-package.relationships+xml"/>
  <Override PartName="/ppt/slides/_rels/slide29.xml.rels" ContentType="application/vnd.openxmlformats-package.relationships+xml"/>
  <Override PartName="/ppt/slides/_rels/slide31.xml.rels" ContentType="application/vnd.openxmlformats-package.relationships+xml"/>
  <Override PartName="/ppt/slides/_rels/slide35.xml.rels" ContentType="application/vnd.openxmlformats-package.relationships+xml"/>
  <Override PartName="/ppt/slides/_rels/slide38.xml.rels" ContentType="application/vnd.openxmlformats-package.relationships+xml"/>
  <Override PartName="/ppt/slides/_rels/slide40.xml.rels" ContentType="application/vnd.openxmlformats-package.relationships+xml"/>
  <Override PartName="/ppt/slides/_rels/slide39.xml.rels" ContentType="application/vnd.openxmlformats-package.relationships+xml"/>
  <Override PartName="/ppt/slides/_rels/slide41.xml.rels" ContentType="application/vnd.openxmlformats-package.relationships+xml"/>
  <Override PartName="/ppt/slides/_rels/slide42.xml.rels" ContentType="application/vnd.openxmlformats-package.relationships+xml"/>
  <Override PartName="/ppt/slides/_rels/slide43.xml.rels" ContentType="application/vnd.openxmlformats-package.relationships+xml"/>
  <Override PartName="/ppt/slides/_rels/slide44.xml.rels" ContentType="application/vnd.openxmlformats-package.relationships+xml"/>
  <Override PartName="/ppt/slides/_rels/slide33.xml.rels" ContentType="application/vnd.openxmlformats-package.relationships+xml"/>
  <Override PartName="/ppt/slides/_rels/slide32.xml.rels" ContentType="application/vnd.openxmlformats-package.relationships+xml"/>
  <Override PartName="/ppt/slides/slide38.xml" ContentType="application/vnd.openxmlformats-officedocument.presentationml.slide+xml"/>
  <Override PartName="/ppt/slides/slide40.xml" ContentType="application/vnd.openxmlformats-officedocument.presentationml.slide+xml"/>
  <Override PartName="/ppt/slides/slide39.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33.xml" ContentType="application/vnd.openxmlformats-officedocument.presentationml.slide+xml"/>
  <Override PartName="/ppt/slides/slide45.xml" ContentType="application/vnd.openxmlformats-officedocument.presentationml.slide+xml"/>
  <Override PartName="/ppt/slides/slide32.xml" ContentType="application/vnd.openxmlformats-officedocument.presentationml.slide+xml"/>
  <Override PartName="/ppt/slides/slide31.xml" ContentType="application/vnd.openxmlformats-officedocument.presentationml.slide+xml"/>
  <Override PartName="/ppt/slides/slide30.xml" ContentType="application/vnd.openxmlformats-officedocument.presentationml.slide+xml"/>
  <Override PartName="/ppt/slides/slide25.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13.xml" ContentType="application/vnd.openxmlformats-officedocument.presentationml.slide+xml"/>
  <Override PartName="/ppt/slides/slide5.xml" ContentType="application/vnd.openxmlformats-officedocument.presentationml.slide+xml"/>
  <Override PartName="/ppt/slides/slide19.xml" ContentType="application/vnd.openxmlformats-officedocument.presentationml.slide+xml"/>
  <Override PartName="/ppt/slides/slide21.xml" ContentType="application/vnd.openxmlformats-officedocument.presentationml.slide+xml"/>
  <Override PartName="/ppt/slides/slide12.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11.xml" ContentType="application/vnd.openxmlformats-officedocument.presentationml.slide+xml"/>
  <Override PartName="/ppt/_rels/presentation.xml.rels" ContentType="application/vnd.openxmlformats-package.relationships+xml"/>
  <Override PartName="/ppt/media/image12.png" ContentType="image/png"/>
  <Override PartName="/ppt/media/image3.png" ContentType="image/png"/>
  <Override PartName="/ppt/media/image10.jpeg" ContentType="image/jpeg"/>
  <Override PartName="/ppt/media/image7.jpeg" ContentType="image/jpeg"/>
  <Override PartName="/ppt/media/image9.png" ContentType="image/png"/>
  <Override PartName="/ppt/media/image18.png" ContentType="image/png"/>
  <Override PartName="/ppt/media/image20.png" ContentType="image/png"/>
  <Override PartName="/ppt/media/image11.png" ContentType="image/png"/>
  <Override PartName="/ppt/media/image2.png" ContentType="image/png"/>
  <Override PartName="/ppt/media/image13.png" ContentType="image/png"/>
  <Override PartName="/ppt/media/image4.png" ContentType="image/png"/>
  <Override PartName="/ppt/media/image25.png" ContentType="image/png"/>
  <Override PartName="/ppt/media/image24.png" ContentType="image/png"/>
  <Override PartName="/ppt/media/image23.png" ContentType="image/png"/>
  <Override PartName="/ppt/media/image22.png" ContentType="image/png"/>
  <Override PartName="/ppt/media/image8.jpeg" ContentType="image/jpeg"/>
  <Override PartName="/ppt/media/image21.png" ContentType="image/png"/>
  <Override PartName="/ppt/media/image19.png" ContentType="image/png"/>
  <Override PartName="/ppt/media/image17.png" ContentType="image/png"/>
  <Override PartName="/ppt/media/image16.png" ContentType="image/png"/>
  <Override PartName="/ppt/media/image15.png" ContentType="image/png"/>
  <Override PartName="/ppt/media/image5.png" ContentType="image/png"/>
  <Override PartName="/ppt/media/image14.png" ContentType="image/png"/>
  <Override PartName="/ppt/media/image6.jpeg" ContentType="image/jpeg"/>
  <Override PartName="/ppt/media/image1.png" ContentType="image/pn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customXml" Target="../customXml/item1.xml"/><Relationship Id="rId5" Type="http://schemas.openxmlformats.org/officeDocument/2006/relationships/customXml" Target="../customXml/item2.xml"/><Relationship Id="rId6"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 id="2147483670" r:id="rId13"/>
    <p:sldMasterId id="2147483672" r:id="rId14"/>
    <p:sldMasterId id="2147483674" r:id="rId15"/>
    <p:sldMasterId id="2147483676" r:id="rId16"/>
    <p:sldMasterId id="2147483678" r:id="rId17"/>
    <p:sldMasterId id="2147483680" r:id="rId18"/>
    <p:sldMasterId id="2147483682" r:id="rId19"/>
    <p:sldMasterId id="2147483684" r:id="rId20"/>
    <p:sldMasterId id="2147483686" r:id="rId21"/>
    <p:sldMasterId id="2147483688" r:id="rId22"/>
    <p:sldMasterId id="2147483690" r:id="rId23"/>
    <p:sldMasterId id="2147483692" r:id="rId24"/>
    <p:sldMasterId id="2147483694" r:id="rId25"/>
  </p:sldMasterIdLst>
  <p:sldIdLst>
    <p:sldId id="256" r:id="rId26"/>
    <p:sldId id="257" r:id="rId27"/>
    <p:sldId id="258" r:id="rId28"/>
    <p:sldId id="259" r:id="rId29"/>
    <p:sldId id="260" r:id="rId30"/>
    <p:sldId id="261" r:id="rId31"/>
    <p:sldId id="262" r:id="rId32"/>
    <p:sldId id="263" r:id="rId33"/>
    <p:sldId id="264" r:id="rId34"/>
    <p:sldId id="265" r:id="rId35"/>
    <p:sldId id="266" r:id="rId36"/>
    <p:sldId id="267" r:id="rId37"/>
    <p:sldId id="268" r:id="rId38"/>
    <p:sldId id="269" r:id="rId39"/>
    <p:sldId id="270" r:id="rId40"/>
    <p:sldId id="271" r:id="rId41"/>
    <p:sldId id="272" r:id="rId42"/>
    <p:sldId id="273" r:id="rId43"/>
    <p:sldId id="274" r:id="rId44"/>
    <p:sldId id="275" r:id="rId45"/>
    <p:sldId id="276" r:id="rId46"/>
    <p:sldId id="277" r:id="rId47"/>
    <p:sldId id="278" r:id="rId48"/>
    <p:sldId id="279" r:id="rId49"/>
    <p:sldId id="280" r:id="rId50"/>
    <p:sldId id="281" r:id="rId51"/>
    <p:sldId id="282" r:id="rId52"/>
    <p:sldId id="283" r:id="rId53"/>
    <p:sldId id="284" r:id="rId54"/>
    <p:sldId id="285" r:id="rId55"/>
    <p:sldId id="286" r:id="rId56"/>
    <p:sldId id="287" r:id="rId57"/>
    <p:sldId id="288" r:id="rId58"/>
    <p:sldId id="289" r:id="rId59"/>
    <p:sldId id="290" r:id="rId60"/>
    <p:sldId id="291" r:id="rId61"/>
    <p:sldId id="292" r:id="rId62"/>
    <p:sldId id="293" r:id="rId63"/>
    <p:sldId id="294" r:id="rId64"/>
    <p:sldId id="295" r:id="rId65"/>
    <p:sldId id="296" r:id="rId66"/>
    <p:sldId id="297" r:id="rId67"/>
    <p:sldId id="298" r:id="rId68"/>
    <p:sldId id="299" r:id="rId69"/>
    <p:sldId id="300" r:id="rId70"/>
  </p:sldIdLst>
  <p:sldSz cx="9144000" cy="51435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slideMaster" Target="slideMasters/slideMaster13.xml"/><Relationship Id="rId15" Type="http://schemas.openxmlformats.org/officeDocument/2006/relationships/slideMaster" Target="slideMasters/slideMaster14.xml"/><Relationship Id="rId16" Type="http://schemas.openxmlformats.org/officeDocument/2006/relationships/slideMaster" Target="slideMasters/slideMaster15.xml"/><Relationship Id="rId17" Type="http://schemas.openxmlformats.org/officeDocument/2006/relationships/slideMaster" Target="slideMasters/slideMaster16.xml"/><Relationship Id="rId18" Type="http://schemas.openxmlformats.org/officeDocument/2006/relationships/slideMaster" Target="slideMasters/slideMaster17.xml"/><Relationship Id="rId19" Type="http://schemas.openxmlformats.org/officeDocument/2006/relationships/slideMaster" Target="slideMasters/slideMaster18.xml"/><Relationship Id="rId20" Type="http://schemas.openxmlformats.org/officeDocument/2006/relationships/slideMaster" Target="slideMasters/slideMaster19.xml"/><Relationship Id="rId21" Type="http://schemas.openxmlformats.org/officeDocument/2006/relationships/slideMaster" Target="slideMasters/slideMaster20.xml"/><Relationship Id="rId22" Type="http://schemas.openxmlformats.org/officeDocument/2006/relationships/slideMaster" Target="slideMasters/slideMaster21.xml"/><Relationship Id="rId23" Type="http://schemas.openxmlformats.org/officeDocument/2006/relationships/slideMaster" Target="slideMasters/slideMaster22.xml"/><Relationship Id="rId24" Type="http://schemas.openxmlformats.org/officeDocument/2006/relationships/slideMaster" Target="slideMasters/slideMaster23.xml"/><Relationship Id="rId25" Type="http://schemas.openxmlformats.org/officeDocument/2006/relationships/slideMaster" Target="slideMasters/slideMaster24.xml"/><Relationship Id="rId26" Type="http://schemas.openxmlformats.org/officeDocument/2006/relationships/slide" Target="slides/slide1.xml"/><Relationship Id="rId27" Type="http://schemas.openxmlformats.org/officeDocument/2006/relationships/slide" Target="slides/slide2.xml"/><Relationship Id="rId28" Type="http://schemas.openxmlformats.org/officeDocument/2006/relationships/slide" Target="slides/slide3.xml"/><Relationship Id="rId29" Type="http://schemas.openxmlformats.org/officeDocument/2006/relationships/slide" Target="slides/slide4.xml"/><Relationship Id="rId30" Type="http://schemas.openxmlformats.org/officeDocument/2006/relationships/slide" Target="slides/slide5.xml"/><Relationship Id="rId31" Type="http://schemas.openxmlformats.org/officeDocument/2006/relationships/slide" Target="slides/slide6.xml"/><Relationship Id="rId32" Type="http://schemas.openxmlformats.org/officeDocument/2006/relationships/slide" Target="slides/slide7.xml"/><Relationship Id="rId33" Type="http://schemas.openxmlformats.org/officeDocument/2006/relationships/slide" Target="slides/slide8.xml"/><Relationship Id="rId34" Type="http://schemas.openxmlformats.org/officeDocument/2006/relationships/slide" Target="slides/slide9.xml"/><Relationship Id="rId35" Type="http://schemas.openxmlformats.org/officeDocument/2006/relationships/slide" Target="slides/slide10.xml"/><Relationship Id="rId36" Type="http://schemas.openxmlformats.org/officeDocument/2006/relationships/slide" Target="slides/slide11.xml"/><Relationship Id="rId37" Type="http://schemas.openxmlformats.org/officeDocument/2006/relationships/slide" Target="slides/slide12.xml"/><Relationship Id="rId38" Type="http://schemas.openxmlformats.org/officeDocument/2006/relationships/slide" Target="slides/slide13.xml"/><Relationship Id="rId39" Type="http://schemas.openxmlformats.org/officeDocument/2006/relationships/slide" Target="slides/slide14.xml"/><Relationship Id="rId40" Type="http://schemas.openxmlformats.org/officeDocument/2006/relationships/slide" Target="slides/slide15.xml"/><Relationship Id="rId41" Type="http://schemas.openxmlformats.org/officeDocument/2006/relationships/slide" Target="slides/slide16.xml"/><Relationship Id="rId42" Type="http://schemas.openxmlformats.org/officeDocument/2006/relationships/slide" Target="slides/slide17.xml"/><Relationship Id="rId43" Type="http://schemas.openxmlformats.org/officeDocument/2006/relationships/slide" Target="slides/slide18.xml"/><Relationship Id="rId44" Type="http://schemas.openxmlformats.org/officeDocument/2006/relationships/slide" Target="slides/slide19.xml"/><Relationship Id="rId45" Type="http://schemas.openxmlformats.org/officeDocument/2006/relationships/slide" Target="slides/slide20.xml"/><Relationship Id="rId46" Type="http://schemas.openxmlformats.org/officeDocument/2006/relationships/slide" Target="slides/slide21.xml"/><Relationship Id="rId47" Type="http://schemas.openxmlformats.org/officeDocument/2006/relationships/slide" Target="slides/slide22.xml"/><Relationship Id="rId48" Type="http://schemas.openxmlformats.org/officeDocument/2006/relationships/slide" Target="slides/slide23.xml"/><Relationship Id="rId49" Type="http://schemas.openxmlformats.org/officeDocument/2006/relationships/slide" Target="slides/slide24.xml"/><Relationship Id="rId50" Type="http://schemas.openxmlformats.org/officeDocument/2006/relationships/slide" Target="slides/slide25.xml"/><Relationship Id="rId51" Type="http://schemas.openxmlformats.org/officeDocument/2006/relationships/slide" Target="slides/slide26.xml"/><Relationship Id="rId52" Type="http://schemas.openxmlformats.org/officeDocument/2006/relationships/slide" Target="slides/slide27.xml"/><Relationship Id="rId53" Type="http://schemas.openxmlformats.org/officeDocument/2006/relationships/slide" Target="slides/slide28.xml"/><Relationship Id="rId54" Type="http://schemas.openxmlformats.org/officeDocument/2006/relationships/slide" Target="slides/slide29.xml"/><Relationship Id="rId55" Type="http://schemas.openxmlformats.org/officeDocument/2006/relationships/slide" Target="slides/slide30.xml"/><Relationship Id="rId56" Type="http://schemas.openxmlformats.org/officeDocument/2006/relationships/slide" Target="slides/slide31.xml"/><Relationship Id="rId57" Type="http://schemas.openxmlformats.org/officeDocument/2006/relationships/slide" Target="slides/slide32.xml"/><Relationship Id="rId58" Type="http://schemas.openxmlformats.org/officeDocument/2006/relationships/slide" Target="slides/slide33.xml"/><Relationship Id="rId59" Type="http://schemas.openxmlformats.org/officeDocument/2006/relationships/slide" Target="slides/slide34.xml"/><Relationship Id="rId60" Type="http://schemas.openxmlformats.org/officeDocument/2006/relationships/slide" Target="slides/slide35.xml"/><Relationship Id="rId61" Type="http://schemas.openxmlformats.org/officeDocument/2006/relationships/slide" Target="slides/slide36.xml"/><Relationship Id="rId62" Type="http://schemas.openxmlformats.org/officeDocument/2006/relationships/slide" Target="slides/slide37.xml"/><Relationship Id="rId63" Type="http://schemas.openxmlformats.org/officeDocument/2006/relationships/slide" Target="slides/slide38.xml"/><Relationship Id="rId64" Type="http://schemas.openxmlformats.org/officeDocument/2006/relationships/slide" Target="slides/slide39.xml"/><Relationship Id="rId65" Type="http://schemas.openxmlformats.org/officeDocument/2006/relationships/slide" Target="slides/slide40.xml"/><Relationship Id="rId66" Type="http://schemas.openxmlformats.org/officeDocument/2006/relationships/slide" Target="slides/slide41.xml"/><Relationship Id="rId67" Type="http://schemas.openxmlformats.org/officeDocument/2006/relationships/slide" Target="slides/slide42.xml"/><Relationship Id="rId68" Type="http://schemas.openxmlformats.org/officeDocument/2006/relationships/slide" Target="slides/slide43.xml"/><Relationship Id="rId69" Type="http://schemas.openxmlformats.org/officeDocument/2006/relationships/slide" Target="slides/slide44.xml"/><Relationship Id="rId70" Type="http://schemas.openxmlformats.org/officeDocument/2006/relationships/slide" Target="slides/slide45.xml"/><Relationship Id="rId71"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7.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8.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9.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0.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1.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3.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4.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5"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 name="PlaceHolder 4"/>
          <p:cNvSpPr>
            <a:spLocks noGrp="1"/>
          </p:cNvSpPr>
          <p:nvPr>
            <p:ph/>
          </p:nvPr>
        </p:nvSpPr>
        <p:spPr>
          <a:xfrm>
            <a:off x="457200" y="2761920"/>
            <a:ext cx="8229240" cy="14227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2" name="PlaceHolder 2"/>
          <p:cNvSpPr>
            <a:spLocks noGrp="1"/>
          </p:cNvSpPr>
          <p:nvPr>
            <p:ph/>
          </p:nvPr>
        </p:nvSpPr>
        <p:spPr>
          <a:xfrm>
            <a:off x="457200" y="1203480"/>
            <a:ext cx="8229240" cy="14227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3" name="PlaceHolder 3"/>
          <p:cNvSpPr>
            <a:spLocks noGrp="1"/>
          </p:cNvSpPr>
          <p:nvPr>
            <p:ph/>
          </p:nvPr>
        </p:nvSpPr>
        <p:spPr>
          <a:xfrm>
            <a:off x="457200" y="2761920"/>
            <a:ext cx="8229240" cy="14227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0"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1"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2"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3" name="PlaceHolder 5"/>
          <p:cNvSpPr>
            <a:spLocks noGrp="1"/>
          </p:cNvSpPr>
          <p:nvPr>
            <p:ph/>
          </p:nvPr>
        </p:nvSpPr>
        <p:spPr>
          <a:xfrm>
            <a:off x="4674240" y="2761920"/>
            <a:ext cx="4015800" cy="14227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8"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9" name="PlaceHolder 2"/>
          <p:cNvSpPr>
            <a:spLocks noGrp="1"/>
          </p:cNvSpPr>
          <p:nvPr>
            <p:ph/>
          </p:nvPr>
        </p:nvSpPr>
        <p:spPr>
          <a:xfrm>
            <a:off x="457200" y="1203480"/>
            <a:ext cx="8229240" cy="298296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32"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3" name="PlaceHolder 2"/>
          <p:cNvSpPr>
            <a:spLocks noGrp="1"/>
          </p:cNvSpPr>
          <p:nvPr>
            <p:ph/>
          </p:nvPr>
        </p:nvSpPr>
        <p:spPr>
          <a:xfrm>
            <a:off x="457200" y="1203480"/>
            <a:ext cx="8229240" cy="298296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8"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9"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41"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entered Text">
    <p:spTree>
      <p:nvGrpSpPr>
        <p:cNvPr id="1" name=""/>
        <p:cNvGrpSpPr/>
        <p:nvPr/>
      </p:nvGrpSpPr>
      <p:grpSpPr>
        <a:xfrm>
          <a:off x="0" y="0"/>
          <a:ext cx="0" cy="0"/>
          <a:chOff x="0" y="0"/>
          <a:chExt cx="0" cy="0"/>
        </a:xfrm>
      </p:grpSpPr>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Tx" preserve="1">
  <p:cSld name="Title, 2 Content and Content">
    <p:spTree>
      <p:nvGrpSpPr>
        <p:cNvPr id="1" name=""/>
        <p:cNvGrpSpPr/>
        <p:nvPr/>
      </p:nvGrpSpPr>
      <p:grpSpPr>
        <a:xfrm>
          <a:off x="0" y="0"/>
          <a:ext cx="0" cy="0"/>
          <a:chOff x="0" y="0"/>
          <a:chExt cx="0" cy="0"/>
        </a:xfrm>
      </p:grpSpPr>
      <p:sp>
        <p:nvSpPr>
          <p:cNvPr id="46"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47"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8"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9"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TwoObj" preserve="1">
  <p:cSld name="Title Content and 2 Content">
    <p:spTree>
      <p:nvGrpSpPr>
        <p:cNvPr id="1" name=""/>
        <p:cNvGrpSpPr/>
        <p:nvPr/>
      </p:nvGrpSpPr>
      <p:grpSpPr>
        <a:xfrm>
          <a:off x="0" y="0"/>
          <a:ext cx="0" cy="0"/>
          <a:chOff x="0" y="0"/>
          <a:chExt cx="0" cy="0"/>
        </a:xfrm>
      </p:grpSpPr>
      <p:sp>
        <p:nvSpPr>
          <p:cNvPr id="54"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55"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6"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7" name="PlaceHolder 4"/>
          <p:cNvSpPr>
            <a:spLocks noGrp="1"/>
          </p:cNvSpPr>
          <p:nvPr>
            <p:ph/>
          </p:nvPr>
        </p:nvSpPr>
        <p:spPr>
          <a:xfrm>
            <a:off x="4674240" y="2761920"/>
            <a:ext cx="4015800" cy="14227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Default">
    <p:spTree>
      <p:nvGrpSpPr>
        <p:cNvPr id="1" name=""/>
        <p:cNvGrpSpPr/>
        <p:nvPr/>
      </p:nvGrpSpPr>
      <p:grpSpPr>
        <a:xfrm>
          <a:off x="0" y="0"/>
          <a:ext cx="0" cy="0"/>
          <a:chOff x="0" y="0"/>
          <a:chExt cx="0" cy="0"/>
        </a:xfrm>
      </p:grpSpPr>
      <p:sp>
        <p:nvSpPr>
          <p:cNvPr id="63"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64"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5"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6" name="PlaceHolder 4"/>
          <p:cNvSpPr>
            <a:spLocks noGrp="1"/>
          </p:cNvSpPr>
          <p:nvPr>
            <p:ph/>
          </p:nvPr>
        </p:nvSpPr>
        <p:spPr>
          <a:xfrm>
            <a:off x="457200" y="2761920"/>
            <a:ext cx="8229240" cy="14227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Default 1">
    <p:spTree>
      <p:nvGrpSpPr>
        <p:cNvPr id="1" name=""/>
        <p:cNvGrpSpPr/>
        <p:nvPr/>
      </p:nvGrpSpPr>
      <p:grpSpPr>
        <a:xfrm>
          <a:off x="0" y="0"/>
          <a:ext cx="0" cy="0"/>
          <a:chOff x="0" y="0"/>
          <a:chExt cx="0" cy="0"/>
        </a:xfrm>
      </p:grpSpPr>
      <p:sp>
        <p:nvSpPr>
          <p:cNvPr id="71"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72" name="PlaceHolder 2"/>
          <p:cNvSpPr>
            <a:spLocks noGrp="1"/>
          </p:cNvSpPr>
          <p:nvPr>
            <p:ph/>
          </p:nvPr>
        </p:nvSpPr>
        <p:spPr>
          <a:xfrm>
            <a:off x="457200" y="1203480"/>
            <a:ext cx="8229240" cy="14227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3" name="PlaceHolder 3"/>
          <p:cNvSpPr>
            <a:spLocks noGrp="1"/>
          </p:cNvSpPr>
          <p:nvPr>
            <p:ph/>
          </p:nvPr>
        </p:nvSpPr>
        <p:spPr>
          <a:xfrm>
            <a:off x="457200" y="2761920"/>
            <a:ext cx="8229240" cy="14227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Default 2">
    <p:spTree>
      <p:nvGrpSpPr>
        <p:cNvPr id="1" name=""/>
        <p:cNvGrpSpPr/>
        <p:nvPr/>
      </p:nvGrpSpPr>
      <p:grpSpPr>
        <a:xfrm>
          <a:off x="0" y="0"/>
          <a:ext cx="0" cy="0"/>
          <a:chOff x="0" y="0"/>
          <a:chExt cx="0" cy="0"/>
        </a:xfrm>
      </p:grpSpPr>
      <p:sp>
        <p:nvSpPr>
          <p:cNvPr id="8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81"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82"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83"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84" name="PlaceHolder 5"/>
          <p:cNvSpPr>
            <a:spLocks noGrp="1"/>
          </p:cNvSpPr>
          <p:nvPr>
            <p:ph/>
          </p:nvPr>
        </p:nvSpPr>
        <p:spPr>
          <a:xfrm>
            <a:off x="4674240" y="2761920"/>
            <a:ext cx="4015800" cy="14227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3">
    <p:spTree>
      <p:nvGrpSpPr>
        <p:cNvPr id="1" name=""/>
        <p:cNvGrpSpPr/>
        <p:nvPr/>
      </p:nvGrpSpPr>
      <p:grpSpPr>
        <a:xfrm>
          <a:off x="0" y="0"/>
          <a:ext cx="0" cy="0"/>
          <a:chOff x="0" y="0"/>
          <a:chExt cx="0" cy="0"/>
        </a:xfrm>
      </p:grpSpPr>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4">
    <p:spTree>
      <p:nvGrpSpPr>
        <p:cNvPr id="1" name=""/>
        <p:cNvGrpSpPr/>
        <p:nvPr/>
      </p:nvGrpSpPr>
      <p:grpSpPr>
        <a:xfrm>
          <a:off x="0" y="0"/>
          <a:ext cx="0" cy="0"/>
          <a:chOff x="0" y="0"/>
          <a:chExt cx="0" cy="0"/>
        </a:xfrm>
      </p:grpSpPr>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5">
    <p:spTree>
      <p:nvGrpSpPr>
        <p:cNvPr id="1" name=""/>
        <p:cNvGrpSpPr/>
        <p:nvPr/>
      </p:nvGrpSpPr>
      <p:grpSpPr>
        <a:xfrm>
          <a:off x="0" y="0"/>
          <a:ext cx="0" cy="0"/>
          <a:chOff x="0" y="0"/>
          <a:chExt cx="0" cy="0"/>
        </a:xfrm>
      </p:grpSpPr>
      <p:sp>
        <p:nvSpPr>
          <p:cNvPr id="92"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93" name="PlaceHolder 2"/>
          <p:cNvSpPr>
            <a:spLocks noGrp="1"/>
          </p:cNvSpPr>
          <p:nvPr>
            <p:ph/>
          </p:nvPr>
        </p:nvSpPr>
        <p:spPr>
          <a:xfrm>
            <a:off x="457200" y="1203480"/>
            <a:ext cx="8229240" cy="298296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6">
    <p:spTree>
      <p:nvGrpSpPr>
        <p:cNvPr id="1" name=""/>
        <p:cNvGrpSpPr/>
        <p:nvPr/>
      </p:nvGrpSpPr>
      <p:grpSpPr>
        <a:xfrm>
          <a:off x="0" y="0"/>
          <a:ext cx="0" cy="0"/>
          <a:chOff x="0" y="0"/>
          <a:chExt cx="0" cy="0"/>
        </a:xfrm>
      </p:grpSpPr>
      <p:sp>
        <p:nvSpPr>
          <p:cNvPr id="97"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98" name="PlaceHolder 2"/>
          <p:cNvSpPr>
            <a:spLocks noGrp="1"/>
          </p:cNvSpPr>
          <p:nvPr>
            <p:ph/>
          </p:nvPr>
        </p:nvSpPr>
        <p:spPr>
          <a:xfrm>
            <a:off x="457200" y="1203480"/>
            <a:ext cx="8229240" cy="298296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Default 7">
    <p:spTree>
      <p:nvGrpSpPr>
        <p:cNvPr id="1" name=""/>
        <p:cNvGrpSpPr/>
        <p:nvPr/>
      </p:nvGrpSpPr>
      <p:grpSpPr>
        <a:xfrm>
          <a:off x="0" y="0"/>
          <a:ext cx="0" cy="0"/>
          <a:chOff x="0" y="0"/>
          <a:chExt cx="0" cy="0"/>
        </a:xfrm>
      </p:grpSpPr>
      <p:sp>
        <p:nvSpPr>
          <p:cNvPr id="103"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04"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05"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8">
    <p:spTree>
      <p:nvGrpSpPr>
        <p:cNvPr id="1" name=""/>
        <p:cNvGrpSpPr/>
        <p:nvPr/>
      </p:nvGrpSpPr>
      <p:grpSpPr>
        <a:xfrm>
          <a:off x="0" y="0"/>
          <a:ext cx="0" cy="0"/>
          <a:chOff x="0" y="0"/>
          <a:chExt cx="0" cy="0"/>
        </a:xfrm>
      </p:grpSpPr>
      <p:sp>
        <p:nvSpPr>
          <p:cNvPr id="108"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9">
    <p:spTree>
      <p:nvGrpSpPr>
        <p:cNvPr id="1" name=""/>
        <p:cNvGrpSpPr/>
        <p:nvPr/>
      </p:nvGrpSpPr>
      <p:grpSpPr>
        <a:xfrm>
          <a:off x="0" y="0"/>
          <a:ext cx="0" cy="0"/>
          <a:chOff x="0" y="0"/>
          <a:chExt cx="0" cy="0"/>
        </a:xfrm>
      </p:grpSpPr>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Tx" preserve="1">
  <p:cSld name="Default 10">
    <p:spTree>
      <p:nvGrpSpPr>
        <p:cNvPr id="1" name=""/>
        <p:cNvGrpSpPr/>
        <p:nvPr/>
      </p:nvGrpSpPr>
      <p:grpSpPr>
        <a:xfrm>
          <a:off x="0" y="0"/>
          <a:ext cx="0" cy="0"/>
          <a:chOff x="0" y="0"/>
          <a:chExt cx="0" cy="0"/>
        </a:xfrm>
      </p:grpSpPr>
      <p:sp>
        <p:nvSpPr>
          <p:cNvPr id="115"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16"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17"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18"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TwoObj" preserve="1">
  <p:cSld name="Default 11">
    <p:spTree>
      <p:nvGrpSpPr>
        <p:cNvPr id="1" name=""/>
        <p:cNvGrpSpPr/>
        <p:nvPr/>
      </p:nvGrpSpPr>
      <p:grpSpPr>
        <a:xfrm>
          <a:off x="0" y="0"/>
          <a:ext cx="0" cy="0"/>
          <a:chOff x="0" y="0"/>
          <a:chExt cx="0" cy="0"/>
        </a:xfrm>
      </p:grpSpPr>
      <p:sp>
        <p:nvSpPr>
          <p:cNvPr id="124"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25"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26"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27" name="PlaceHolder 4"/>
          <p:cNvSpPr>
            <a:spLocks noGrp="1"/>
          </p:cNvSpPr>
          <p:nvPr>
            <p:ph/>
          </p:nvPr>
        </p:nvSpPr>
        <p:spPr>
          <a:xfrm>
            <a:off x="4674240" y="2761920"/>
            <a:ext cx="4015800" cy="14227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_rels/slideMaster12.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slideLayout" Target="../slideLayouts/slideLayout12.xml"/>
</Relationships>
</file>

<file path=ppt/slideMasters/_rels/slideMaster13.xml.rels><?xml version="1.0" encoding="UTF-8"?>
<Relationships xmlns="http://schemas.openxmlformats.org/package/2006/relationships"><Relationship Id="rId1" Type="http://schemas.openxmlformats.org/officeDocument/2006/relationships/theme" Target="../theme/theme13.xml"/><Relationship Id="rId2" Type="http://schemas.openxmlformats.org/officeDocument/2006/relationships/slideLayout" Target="../slideLayouts/slideLayout13.xml"/>
</Relationships>
</file>

<file path=ppt/slideMasters/_rels/slideMaster14.xml.rels><?xml version="1.0" encoding="UTF-8"?>
<Relationships xmlns="http://schemas.openxmlformats.org/package/2006/relationships"><Relationship Id="rId1" Type="http://schemas.openxmlformats.org/officeDocument/2006/relationships/theme" Target="../theme/theme14.xml"/><Relationship Id="rId2" Type="http://schemas.openxmlformats.org/officeDocument/2006/relationships/slideLayout" Target="../slideLayouts/slideLayout14.xml"/>
</Relationships>
</file>

<file path=ppt/slideMasters/_rels/slideMaster15.xml.rels><?xml version="1.0" encoding="UTF-8"?>
<Relationships xmlns="http://schemas.openxmlformats.org/package/2006/relationships"><Relationship Id="rId1" Type="http://schemas.openxmlformats.org/officeDocument/2006/relationships/theme" Target="../theme/theme15.xml"/><Relationship Id="rId2" Type="http://schemas.openxmlformats.org/officeDocument/2006/relationships/slideLayout" Target="../slideLayouts/slideLayout15.xml"/>
</Relationships>
</file>

<file path=ppt/slideMasters/_rels/slideMaster16.xml.rels><?xml version="1.0" encoding="UTF-8"?>
<Relationships xmlns="http://schemas.openxmlformats.org/package/2006/relationships"><Relationship Id="rId1" Type="http://schemas.openxmlformats.org/officeDocument/2006/relationships/theme" Target="../theme/theme16.xml"/><Relationship Id="rId2" Type="http://schemas.openxmlformats.org/officeDocument/2006/relationships/slideLayout" Target="../slideLayouts/slideLayout16.xml"/>
</Relationships>
</file>

<file path=ppt/slideMasters/_rels/slideMaster17.xml.rels><?xml version="1.0" encoding="UTF-8"?>
<Relationships xmlns="http://schemas.openxmlformats.org/package/2006/relationships"><Relationship Id="rId1" Type="http://schemas.openxmlformats.org/officeDocument/2006/relationships/theme" Target="../theme/theme17.xml"/><Relationship Id="rId2" Type="http://schemas.openxmlformats.org/officeDocument/2006/relationships/slideLayout" Target="../slideLayouts/slideLayout17.xml"/>
</Relationships>
</file>

<file path=ppt/slideMasters/_rels/slideMaster18.xml.rels><?xml version="1.0" encoding="UTF-8"?>
<Relationships xmlns="http://schemas.openxmlformats.org/package/2006/relationships"><Relationship Id="rId1" Type="http://schemas.openxmlformats.org/officeDocument/2006/relationships/theme" Target="../theme/theme18.xml"/><Relationship Id="rId2" Type="http://schemas.openxmlformats.org/officeDocument/2006/relationships/slideLayout" Target="../slideLayouts/slideLayout18.xml"/>
</Relationships>
</file>

<file path=ppt/slideMasters/_rels/slideMaster19.xml.rels><?xml version="1.0" encoding="UTF-8"?>
<Relationships xmlns="http://schemas.openxmlformats.org/package/2006/relationships"><Relationship Id="rId1" Type="http://schemas.openxmlformats.org/officeDocument/2006/relationships/theme" Target="../theme/theme19.xml"/><Relationship Id="rId2" Type="http://schemas.openxmlformats.org/officeDocument/2006/relationships/slideLayout" Target="../slideLayouts/slideLayout19.xml"/>
</Relationships>
</file>

<file path=ppt/slideMasters/_rels/slideMaster20.xml.rels><?xml version="1.0" encoding="UTF-8"?>
<Relationships xmlns="http://schemas.openxmlformats.org/package/2006/relationships"><Relationship Id="rId1" Type="http://schemas.openxmlformats.org/officeDocument/2006/relationships/theme" Target="../theme/theme20.xml"/><Relationship Id="rId2" Type="http://schemas.openxmlformats.org/officeDocument/2006/relationships/slideLayout" Target="../slideLayouts/slideLayout20.xml"/>
</Relationships>
</file>

<file path=ppt/slideMasters/_rels/slideMaster21.xml.rels><?xml version="1.0" encoding="UTF-8"?>
<Relationships xmlns="http://schemas.openxmlformats.org/package/2006/relationships"><Relationship Id="rId1" Type="http://schemas.openxmlformats.org/officeDocument/2006/relationships/theme" Target="../theme/theme21.xml"/><Relationship Id="rId2" Type="http://schemas.openxmlformats.org/officeDocument/2006/relationships/slideLayout" Target="../slideLayouts/slideLayout21.xml"/>
</Relationships>
</file>

<file path=ppt/slideMasters/_rels/slideMaster22.xml.rels><?xml version="1.0" encoding="UTF-8"?>
<Relationships xmlns="http://schemas.openxmlformats.org/package/2006/relationships"><Relationship Id="rId1" Type="http://schemas.openxmlformats.org/officeDocument/2006/relationships/theme" Target="../theme/theme22.xml"/><Relationship Id="rId2" Type="http://schemas.openxmlformats.org/officeDocument/2006/relationships/slideLayout" Target="../slideLayouts/slideLayout22.xml"/>
</Relationships>
</file>

<file path=ppt/slideMasters/_rels/slideMaster23.xml.rels><?xml version="1.0" encoding="UTF-8"?>
<Relationships xmlns="http://schemas.openxmlformats.org/package/2006/relationships"><Relationship Id="rId1" Type="http://schemas.openxmlformats.org/officeDocument/2006/relationships/theme" Target="../theme/theme23.xml"/><Relationship Id="rId2" Type="http://schemas.openxmlformats.org/officeDocument/2006/relationships/slideLayout" Target="../slideLayouts/slideLayout23.xml"/>
</Relationships>
</file>

<file path=ppt/slideMasters/_rels/slideMaster24.xml.rels><?xml version="1.0" encoding="UTF-8"?>
<Relationships xmlns="http://schemas.openxmlformats.org/package/2006/relationships"><Relationship Id="rId1" Type="http://schemas.openxmlformats.org/officeDocument/2006/relationships/theme" Target="../theme/theme24.xml"/><Relationship Id="rId2" Type="http://schemas.openxmlformats.org/officeDocument/2006/relationships/slideLayout" Target="../slideLayouts/slideLayout2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457200" y="205200"/>
            <a:ext cx="8228880" cy="8582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 name="PlaceHolder 2"/>
          <p:cNvSpPr>
            <a:spLocks noGrp="1"/>
          </p:cNvSpPr>
          <p:nvPr>
            <p:ph type="body"/>
          </p:nvPr>
        </p:nvSpPr>
        <p:spPr>
          <a:xfrm>
            <a:off x="457200" y="1203480"/>
            <a:ext cx="4015440" cy="1422360"/>
          </a:xfrm>
          <a:prstGeom prst="rect">
            <a:avLst/>
          </a:prstGeom>
          <a:noFill/>
          <a:ln w="0">
            <a:noFill/>
          </a:ln>
        </p:spPr>
        <p:txBody>
          <a:bodyPr lIns="0" rIns="0" tIns="0" bIns="0" anchor="t">
            <a:normAutofit fontScale="43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 name="PlaceHolder 3"/>
          <p:cNvSpPr>
            <a:spLocks noGrp="1"/>
          </p:cNvSpPr>
          <p:nvPr>
            <p:ph type="body"/>
          </p:nvPr>
        </p:nvSpPr>
        <p:spPr>
          <a:xfrm>
            <a:off x="4674240" y="1203480"/>
            <a:ext cx="4015440" cy="1422360"/>
          </a:xfrm>
          <a:prstGeom prst="rect">
            <a:avLst/>
          </a:prstGeom>
          <a:noFill/>
          <a:ln w="0">
            <a:noFill/>
          </a:ln>
        </p:spPr>
        <p:txBody>
          <a:bodyPr lIns="0" rIns="0" tIns="0" bIns="0" anchor="t">
            <a:normAutofit fontScale="43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 name="PlaceHolder 4"/>
          <p:cNvSpPr>
            <a:spLocks noGrp="1"/>
          </p:cNvSpPr>
          <p:nvPr>
            <p:ph type="body"/>
          </p:nvPr>
        </p:nvSpPr>
        <p:spPr>
          <a:xfrm>
            <a:off x="457200" y="2761920"/>
            <a:ext cx="8228880" cy="1422360"/>
          </a:xfrm>
          <a:prstGeom prst="rect">
            <a:avLst/>
          </a:prstGeom>
          <a:noFill/>
          <a:ln w="0">
            <a:noFill/>
          </a:ln>
        </p:spPr>
        <p:txBody>
          <a:bodyPr lIns="0" rIns="0" tIns="0" bIns="0" anchor="t">
            <a:normAutofit fontScale="50000"/>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 name="PlaceHolder 1"/>
          <p:cNvSpPr>
            <a:spLocks noGrp="1"/>
          </p:cNvSpPr>
          <p:nvPr>
            <p:ph type="title"/>
          </p:nvPr>
        </p:nvSpPr>
        <p:spPr>
          <a:xfrm>
            <a:off x="457200" y="205200"/>
            <a:ext cx="8228880" cy="8582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9" name="PlaceHolder 2"/>
          <p:cNvSpPr>
            <a:spLocks noGrp="1"/>
          </p:cNvSpPr>
          <p:nvPr>
            <p:ph type="body"/>
          </p:nvPr>
        </p:nvSpPr>
        <p:spPr>
          <a:xfrm>
            <a:off x="457200" y="1203480"/>
            <a:ext cx="8228880" cy="1422360"/>
          </a:xfrm>
          <a:prstGeom prst="rect">
            <a:avLst/>
          </a:prstGeom>
          <a:noFill/>
          <a:ln w="0">
            <a:noFill/>
          </a:ln>
        </p:spPr>
        <p:txBody>
          <a:bodyPr lIns="0" rIns="0" tIns="0" bIns="0" anchor="t">
            <a:normAutofit fontScale="50000"/>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0" name="PlaceHolder 3"/>
          <p:cNvSpPr>
            <a:spLocks noGrp="1"/>
          </p:cNvSpPr>
          <p:nvPr>
            <p:ph type="body"/>
          </p:nvPr>
        </p:nvSpPr>
        <p:spPr>
          <a:xfrm>
            <a:off x="457200" y="2761920"/>
            <a:ext cx="8228880" cy="1422360"/>
          </a:xfrm>
          <a:prstGeom prst="rect">
            <a:avLst/>
          </a:prstGeom>
          <a:noFill/>
          <a:ln w="0">
            <a:noFill/>
          </a:ln>
        </p:spPr>
        <p:txBody>
          <a:bodyPr lIns="0" rIns="0" tIns="0" bIns="0" anchor="t">
            <a:normAutofit fontScale="50000"/>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 name="PlaceHolder 1"/>
          <p:cNvSpPr>
            <a:spLocks noGrp="1"/>
          </p:cNvSpPr>
          <p:nvPr>
            <p:ph type="title"/>
          </p:nvPr>
        </p:nvSpPr>
        <p:spPr>
          <a:xfrm>
            <a:off x="457200" y="205200"/>
            <a:ext cx="8228880" cy="8582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5" name="PlaceHolder 2"/>
          <p:cNvSpPr>
            <a:spLocks noGrp="1"/>
          </p:cNvSpPr>
          <p:nvPr>
            <p:ph type="body"/>
          </p:nvPr>
        </p:nvSpPr>
        <p:spPr>
          <a:xfrm>
            <a:off x="457200" y="1203480"/>
            <a:ext cx="4015440" cy="1422360"/>
          </a:xfrm>
          <a:prstGeom prst="rect">
            <a:avLst/>
          </a:prstGeom>
          <a:noFill/>
          <a:ln w="0">
            <a:noFill/>
          </a:ln>
        </p:spPr>
        <p:txBody>
          <a:bodyPr lIns="0" rIns="0" tIns="0" bIns="0" anchor="t">
            <a:normAutofit fontScale="43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6" name="PlaceHolder 3"/>
          <p:cNvSpPr>
            <a:spLocks noGrp="1"/>
          </p:cNvSpPr>
          <p:nvPr>
            <p:ph type="body"/>
          </p:nvPr>
        </p:nvSpPr>
        <p:spPr>
          <a:xfrm>
            <a:off x="4674240" y="1203480"/>
            <a:ext cx="4015440" cy="1422360"/>
          </a:xfrm>
          <a:prstGeom prst="rect">
            <a:avLst/>
          </a:prstGeom>
          <a:noFill/>
          <a:ln w="0">
            <a:noFill/>
          </a:ln>
        </p:spPr>
        <p:txBody>
          <a:bodyPr lIns="0" rIns="0" tIns="0" bIns="0" anchor="t">
            <a:normAutofit fontScale="43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7" name="PlaceHolder 4"/>
          <p:cNvSpPr>
            <a:spLocks noGrp="1"/>
          </p:cNvSpPr>
          <p:nvPr>
            <p:ph type="body"/>
          </p:nvPr>
        </p:nvSpPr>
        <p:spPr>
          <a:xfrm>
            <a:off x="457200" y="2761920"/>
            <a:ext cx="4015440" cy="1422360"/>
          </a:xfrm>
          <a:prstGeom prst="rect">
            <a:avLst/>
          </a:prstGeom>
          <a:noFill/>
          <a:ln w="0">
            <a:noFill/>
          </a:ln>
        </p:spPr>
        <p:txBody>
          <a:bodyPr lIns="0" rIns="0" tIns="0" bIns="0" anchor="t">
            <a:normAutofit fontScale="43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8" name="PlaceHolder 5"/>
          <p:cNvSpPr>
            <a:spLocks noGrp="1"/>
          </p:cNvSpPr>
          <p:nvPr>
            <p:ph type="body"/>
          </p:nvPr>
        </p:nvSpPr>
        <p:spPr>
          <a:xfrm>
            <a:off x="4674240" y="2761920"/>
            <a:ext cx="4015440" cy="1422360"/>
          </a:xfrm>
          <a:prstGeom prst="rect">
            <a:avLst/>
          </a:prstGeom>
          <a:noFill/>
          <a:ln w="0">
            <a:noFill/>
          </a:ln>
        </p:spPr>
        <p:txBody>
          <a:bodyPr lIns="0" rIns="0" tIns="0" bIns="0" anchor="t">
            <a:normAutofit fontScale="43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4"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25"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05200"/>
            <a:ext cx="8228880" cy="8582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7" name="PlaceHolder 2"/>
          <p:cNvSpPr>
            <a:spLocks noGrp="1"/>
          </p:cNvSpPr>
          <p:nvPr>
            <p:ph type="body"/>
          </p:nvPr>
        </p:nvSpPr>
        <p:spPr>
          <a:xfrm>
            <a:off x="457200" y="1203480"/>
            <a:ext cx="8228880" cy="29826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0" name="PlaceHolder 1"/>
          <p:cNvSpPr>
            <a:spLocks noGrp="1"/>
          </p:cNvSpPr>
          <p:nvPr>
            <p:ph type="title"/>
          </p:nvPr>
        </p:nvSpPr>
        <p:spPr>
          <a:xfrm>
            <a:off x="457200" y="205200"/>
            <a:ext cx="8228880" cy="8582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31" name="PlaceHolder 2"/>
          <p:cNvSpPr>
            <a:spLocks noGrp="1"/>
          </p:cNvSpPr>
          <p:nvPr>
            <p:ph type="body"/>
          </p:nvPr>
        </p:nvSpPr>
        <p:spPr>
          <a:xfrm>
            <a:off x="457200" y="1203480"/>
            <a:ext cx="8228880" cy="29826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4" name="PlaceHolder 1"/>
          <p:cNvSpPr>
            <a:spLocks noGrp="1"/>
          </p:cNvSpPr>
          <p:nvPr>
            <p:ph type="title"/>
          </p:nvPr>
        </p:nvSpPr>
        <p:spPr>
          <a:xfrm>
            <a:off x="457200" y="205200"/>
            <a:ext cx="8228880" cy="8582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35" name="PlaceHolder 2"/>
          <p:cNvSpPr>
            <a:spLocks noGrp="1"/>
          </p:cNvSpPr>
          <p:nvPr>
            <p:ph type="body"/>
          </p:nvPr>
        </p:nvSpPr>
        <p:spPr>
          <a:xfrm>
            <a:off x="457200" y="1203480"/>
            <a:ext cx="4015440" cy="2982600"/>
          </a:xfrm>
          <a:prstGeom prst="rect">
            <a:avLst/>
          </a:prstGeom>
          <a:noFill/>
          <a:ln w="0">
            <a:noFill/>
          </a:ln>
        </p:spPr>
        <p:txBody>
          <a:bodyPr lIns="0" rIns="0" tIns="0" bIns="0" anchor="t">
            <a:normAutofit fontScale="87222"/>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6" name="PlaceHolder 3"/>
          <p:cNvSpPr>
            <a:spLocks noGrp="1"/>
          </p:cNvSpPr>
          <p:nvPr>
            <p:ph type="body"/>
          </p:nvPr>
        </p:nvSpPr>
        <p:spPr>
          <a:xfrm>
            <a:off x="4674240" y="1203480"/>
            <a:ext cx="4015440" cy="2982600"/>
          </a:xfrm>
          <a:prstGeom prst="rect">
            <a:avLst/>
          </a:prstGeom>
          <a:noFill/>
          <a:ln w="0">
            <a:noFill/>
          </a:ln>
        </p:spPr>
        <p:txBody>
          <a:bodyPr lIns="0" rIns="0" tIns="0" bIns="0" anchor="t">
            <a:normAutofit fontScale="87222"/>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457200" y="205200"/>
            <a:ext cx="8228880" cy="8582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2" name="PlaceHolder 1"/>
          <p:cNvSpPr>
            <a:spLocks noGrp="1"/>
          </p:cNvSpPr>
          <p:nvPr>
            <p:ph type="title"/>
          </p:nvPr>
        </p:nvSpPr>
        <p:spPr>
          <a:xfrm>
            <a:off x="457200" y="205200"/>
            <a:ext cx="8228880" cy="8582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43" name="PlaceHolder 2"/>
          <p:cNvSpPr>
            <a:spLocks noGrp="1"/>
          </p:cNvSpPr>
          <p:nvPr>
            <p:ph type="body"/>
          </p:nvPr>
        </p:nvSpPr>
        <p:spPr>
          <a:xfrm>
            <a:off x="457200" y="1203480"/>
            <a:ext cx="4015440" cy="1422360"/>
          </a:xfrm>
          <a:prstGeom prst="rect">
            <a:avLst/>
          </a:prstGeom>
          <a:noFill/>
          <a:ln w="0">
            <a:noFill/>
          </a:ln>
        </p:spPr>
        <p:txBody>
          <a:bodyPr lIns="0" rIns="0" tIns="0" bIns="0" anchor="t">
            <a:normAutofit fontScale="43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44" name="PlaceHolder 3"/>
          <p:cNvSpPr>
            <a:spLocks noGrp="1"/>
          </p:cNvSpPr>
          <p:nvPr>
            <p:ph type="body"/>
          </p:nvPr>
        </p:nvSpPr>
        <p:spPr>
          <a:xfrm>
            <a:off x="4674240" y="1203480"/>
            <a:ext cx="4015440" cy="2982600"/>
          </a:xfrm>
          <a:prstGeom prst="rect">
            <a:avLst/>
          </a:prstGeom>
          <a:noFill/>
          <a:ln w="0">
            <a:noFill/>
          </a:ln>
        </p:spPr>
        <p:txBody>
          <a:bodyPr lIns="0" rIns="0" tIns="0" bIns="0" anchor="t">
            <a:normAutofit fontScale="87222"/>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45" name="PlaceHolder 4"/>
          <p:cNvSpPr>
            <a:spLocks noGrp="1"/>
          </p:cNvSpPr>
          <p:nvPr>
            <p:ph type="body"/>
          </p:nvPr>
        </p:nvSpPr>
        <p:spPr>
          <a:xfrm>
            <a:off x="457200" y="2761920"/>
            <a:ext cx="4015440" cy="1422360"/>
          </a:xfrm>
          <a:prstGeom prst="rect">
            <a:avLst/>
          </a:prstGeom>
          <a:noFill/>
          <a:ln w="0">
            <a:noFill/>
          </a:ln>
        </p:spPr>
        <p:txBody>
          <a:bodyPr lIns="0" rIns="0" tIns="0" bIns="0" anchor="t">
            <a:normAutofit fontScale="43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0" name="PlaceHolder 1"/>
          <p:cNvSpPr>
            <a:spLocks noGrp="1"/>
          </p:cNvSpPr>
          <p:nvPr>
            <p:ph type="title"/>
          </p:nvPr>
        </p:nvSpPr>
        <p:spPr>
          <a:xfrm>
            <a:off x="457200" y="205200"/>
            <a:ext cx="8228880" cy="8582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51" name="PlaceHolder 2"/>
          <p:cNvSpPr>
            <a:spLocks noGrp="1"/>
          </p:cNvSpPr>
          <p:nvPr>
            <p:ph type="body"/>
          </p:nvPr>
        </p:nvSpPr>
        <p:spPr>
          <a:xfrm>
            <a:off x="457200" y="1203480"/>
            <a:ext cx="4015440" cy="2982600"/>
          </a:xfrm>
          <a:prstGeom prst="rect">
            <a:avLst/>
          </a:prstGeom>
          <a:noFill/>
          <a:ln w="0">
            <a:noFill/>
          </a:ln>
        </p:spPr>
        <p:txBody>
          <a:bodyPr lIns="0" rIns="0" tIns="0" bIns="0" anchor="t">
            <a:normAutofit fontScale="87222"/>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52" name="PlaceHolder 3"/>
          <p:cNvSpPr>
            <a:spLocks noGrp="1"/>
          </p:cNvSpPr>
          <p:nvPr>
            <p:ph type="body"/>
          </p:nvPr>
        </p:nvSpPr>
        <p:spPr>
          <a:xfrm>
            <a:off x="4674240" y="1203480"/>
            <a:ext cx="4015440" cy="1422360"/>
          </a:xfrm>
          <a:prstGeom prst="rect">
            <a:avLst/>
          </a:prstGeom>
          <a:noFill/>
          <a:ln w="0">
            <a:noFill/>
          </a:ln>
        </p:spPr>
        <p:txBody>
          <a:bodyPr lIns="0" rIns="0" tIns="0" bIns="0" anchor="t">
            <a:normAutofit fontScale="43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53" name="PlaceHolder 4"/>
          <p:cNvSpPr>
            <a:spLocks noGrp="1"/>
          </p:cNvSpPr>
          <p:nvPr>
            <p:ph type="body"/>
          </p:nvPr>
        </p:nvSpPr>
        <p:spPr>
          <a:xfrm>
            <a:off x="4674240" y="2761920"/>
            <a:ext cx="4015440" cy="1422360"/>
          </a:xfrm>
          <a:prstGeom prst="rect">
            <a:avLst/>
          </a:prstGeom>
          <a:noFill/>
          <a:ln w="0">
            <a:noFill/>
          </a:ln>
        </p:spPr>
        <p:txBody>
          <a:bodyPr lIns="0" rIns="0" tIns="0" bIns="0" anchor="t">
            <a:normAutofit fontScale="43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1" r:id="rId2"/>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 name="CustomShape 1"/>
          <p:cNvSpPr/>
          <p:nvPr/>
        </p:nvSpPr>
        <p:spPr>
          <a:xfrm>
            <a:off x="355320" y="-402120"/>
            <a:ext cx="6998760" cy="5140440"/>
          </a:xfrm>
          <a:custGeom>
            <a:avLst/>
            <a:gdLst>
              <a:gd name="textAreaLeft" fmla="*/ 0 w 6998760"/>
              <a:gd name="textAreaRight" fmla="*/ 6999840 w 6998760"/>
              <a:gd name="textAreaTop" fmla="*/ 0 h 5140440"/>
              <a:gd name="textAreaBottom" fmla="*/ 5141520 h 5140440"/>
            </a:gdLst>
            <a:ahLst/>
            <a:rect l="textAreaLeft" t="textAreaTop" r="textAreaRight" b="textAreaBottom"/>
            <a:pathLst>
              <a:path w="151443" h="111248">
                <a:moveTo>
                  <a:pt x="121092" y="1"/>
                </a:moveTo>
                <a:cubicBezTo>
                  <a:pt x="118111" y="1"/>
                  <a:pt x="114831" y="806"/>
                  <a:pt x="111247" y="2660"/>
                </a:cubicBezTo>
                <a:cubicBezTo>
                  <a:pt x="97971" y="9532"/>
                  <a:pt x="97037" y="24476"/>
                  <a:pt x="78890" y="25377"/>
                </a:cubicBezTo>
                <a:cubicBezTo>
                  <a:pt x="77070" y="25468"/>
                  <a:pt x="75284" y="25506"/>
                  <a:pt x="73527" y="25506"/>
                </a:cubicBezTo>
                <a:cubicBezTo>
                  <a:pt x="64901" y="25506"/>
                  <a:pt x="56984" y="24592"/>
                  <a:pt x="49133" y="24592"/>
                </a:cubicBezTo>
                <a:cubicBezTo>
                  <a:pt x="39865" y="24592"/>
                  <a:pt x="30689" y="25865"/>
                  <a:pt x="20549" y="31414"/>
                </a:cubicBezTo>
                <a:cubicBezTo>
                  <a:pt x="3436" y="40788"/>
                  <a:pt x="1" y="54497"/>
                  <a:pt x="3303" y="70576"/>
                </a:cubicBezTo>
                <a:cubicBezTo>
                  <a:pt x="8984" y="98326"/>
                  <a:pt x="32934" y="111248"/>
                  <a:pt x="60420" y="111248"/>
                </a:cubicBezTo>
                <a:cubicBezTo>
                  <a:pt x="72152" y="111248"/>
                  <a:pt x="84528" y="108893"/>
                  <a:pt x="96403" y="104333"/>
                </a:cubicBezTo>
                <a:cubicBezTo>
                  <a:pt x="134030" y="89889"/>
                  <a:pt x="151442" y="56599"/>
                  <a:pt x="142936" y="23308"/>
                </a:cubicBezTo>
                <a:cubicBezTo>
                  <a:pt x="140341" y="13221"/>
                  <a:pt x="133174" y="1"/>
                  <a:pt x="121092" y="1"/>
                </a:cubicBezTo>
                <a:close/>
              </a:path>
            </a:pathLst>
          </a:custGeom>
          <a:noFill/>
          <a:ln w="9360">
            <a:solidFill>
              <a:srgbClr val="00000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59" name="PlaceHolder 1"/>
          <p:cNvSpPr>
            <a:spLocks noGrp="1"/>
          </p:cNvSpPr>
          <p:nvPr>
            <p:ph type="title"/>
          </p:nvPr>
        </p:nvSpPr>
        <p:spPr>
          <a:xfrm>
            <a:off x="457200" y="205200"/>
            <a:ext cx="8228880" cy="8582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60" name="PlaceHolder 2"/>
          <p:cNvSpPr>
            <a:spLocks noGrp="1"/>
          </p:cNvSpPr>
          <p:nvPr>
            <p:ph type="body"/>
          </p:nvPr>
        </p:nvSpPr>
        <p:spPr>
          <a:xfrm>
            <a:off x="457200" y="1203480"/>
            <a:ext cx="4015440" cy="1422360"/>
          </a:xfrm>
          <a:prstGeom prst="rect">
            <a:avLst/>
          </a:prstGeom>
          <a:noFill/>
          <a:ln w="0">
            <a:noFill/>
          </a:ln>
        </p:spPr>
        <p:txBody>
          <a:bodyPr lIns="0" rIns="0" tIns="0" bIns="0" anchor="t">
            <a:normAutofit fontScale="43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61" name="PlaceHolder 3"/>
          <p:cNvSpPr>
            <a:spLocks noGrp="1"/>
          </p:cNvSpPr>
          <p:nvPr>
            <p:ph type="body"/>
          </p:nvPr>
        </p:nvSpPr>
        <p:spPr>
          <a:xfrm>
            <a:off x="4674240" y="1203480"/>
            <a:ext cx="4015440" cy="1422360"/>
          </a:xfrm>
          <a:prstGeom prst="rect">
            <a:avLst/>
          </a:prstGeom>
          <a:noFill/>
          <a:ln w="0">
            <a:noFill/>
          </a:ln>
        </p:spPr>
        <p:txBody>
          <a:bodyPr lIns="0" rIns="0" tIns="0" bIns="0" anchor="t">
            <a:normAutofit fontScale="43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62" name="PlaceHolder 4"/>
          <p:cNvSpPr>
            <a:spLocks noGrp="1"/>
          </p:cNvSpPr>
          <p:nvPr>
            <p:ph type="body"/>
          </p:nvPr>
        </p:nvSpPr>
        <p:spPr>
          <a:xfrm>
            <a:off x="457200" y="2761920"/>
            <a:ext cx="8228880" cy="1422360"/>
          </a:xfrm>
          <a:prstGeom prst="rect">
            <a:avLst/>
          </a:prstGeom>
          <a:noFill/>
          <a:ln w="0">
            <a:noFill/>
          </a:ln>
        </p:spPr>
        <p:txBody>
          <a:bodyPr lIns="0" rIns="0" tIns="0" bIns="0" anchor="t">
            <a:normAutofit fontScale="50000"/>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3" r:id="rId2"/>
  </p:sldLayoutIdLst>
</p:sldMaster>
</file>

<file path=ppt/slideMasters/slideMaster1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 name="CustomShape 1"/>
          <p:cNvSpPr/>
          <p:nvPr/>
        </p:nvSpPr>
        <p:spPr>
          <a:xfrm>
            <a:off x="355320" y="-402120"/>
            <a:ext cx="6998760" cy="5140440"/>
          </a:xfrm>
          <a:custGeom>
            <a:avLst/>
            <a:gdLst>
              <a:gd name="textAreaLeft" fmla="*/ 0 w 6998760"/>
              <a:gd name="textAreaRight" fmla="*/ 6999840 w 6998760"/>
              <a:gd name="textAreaTop" fmla="*/ 0 h 5140440"/>
              <a:gd name="textAreaBottom" fmla="*/ 5141520 h 5140440"/>
            </a:gdLst>
            <a:ahLst/>
            <a:rect l="textAreaLeft" t="textAreaTop" r="textAreaRight" b="textAreaBottom"/>
            <a:pathLst>
              <a:path w="151443" h="111248">
                <a:moveTo>
                  <a:pt x="121092" y="1"/>
                </a:moveTo>
                <a:cubicBezTo>
                  <a:pt x="118111" y="1"/>
                  <a:pt x="114831" y="806"/>
                  <a:pt x="111247" y="2660"/>
                </a:cubicBezTo>
                <a:cubicBezTo>
                  <a:pt x="97971" y="9532"/>
                  <a:pt x="97037" y="24476"/>
                  <a:pt x="78890" y="25377"/>
                </a:cubicBezTo>
                <a:cubicBezTo>
                  <a:pt x="77070" y="25468"/>
                  <a:pt x="75284" y="25506"/>
                  <a:pt x="73527" y="25506"/>
                </a:cubicBezTo>
                <a:cubicBezTo>
                  <a:pt x="64901" y="25506"/>
                  <a:pt x="56984" y="24592"/>
                  <a:pt x="49133" y="24592"/>
                </a:cubicBezTo>
                <a:cubicBezTo>
                  <a:pt x="39865" y="24592"/>
                  <a:pt x="30689" y="25865"/>
                  <a:pt x="20549" y="31414"/>
                </a:cubicBezTo>
                <a:cubicBezTo>
                  <a:pt x="3436" y="40788"/>
                  <a:pt x="1" y="54497"/>
                  <a:pt x="3303" y="70576"/>
                </a:cubicBezTo>
                <a:cubicBezTo>
                  <a:pt x="8984" y="98326"/>
                  <a:pt x="32934" y="111248"/>
                  <a:pt x="60420" y="111248"/>
                </a:cubicBezTo>
                <a:cubicBezTo>
                  <a:pt x="72152" y="111248"/>
                  <a:pt x="84528" y="108893"/>
                  <a:pt x="96403" y="104333"/>
                </a:cubicBezTo>
                <a:cubicBezTo>
                  <a:pt x="134030" y="89889"/>
                  <a:pt x="151442" y="56599"/>
                  <a:pt x="142936" y="23308"/>
                </a:cubicBezTo>
                <a:cubicBezTo>
                  <a:pt x="140341" y="13221"/>
                  <a:pt x="133174" y="1"/>
                  <a:pt x="121092" y="1"/>
                </a:cubicBezTo>
                <a:close/>
              </a:path>
            </a:pathLst>
          </a:custGeom>
          <a:noFill/>
          <a:ln w="9360">
            <a:solidFill>
              <a:srgbClr val="00000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68" name="PlaceHolder 1"/>
          <p:cNvSpPr>
            <a:spLocks noGrp="1"/>
          </p:cNvSpPr>
          <p:nvPr>
            <p:ph type="title"/>
          </p:nvPr>
        </p:nvSpPr>
        <p:spPr>
          <a:xfrm>
            <a:off x="457200" y="205200"/>
            <a:ext cx="8228880" cy="8582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69" name="PlaceHolder 2"/>
          <p:cNvSpPr>
            <a:spLocks noGrp="1"/>
          </p:cNvSpPr>
          <p:nvPr>
            <p:ph type="body"/>
          </p:nvPr>
        </p:nvSpPr>
        <p:spPr>
          <a:xfrm>
            <a:off x="457200" y="1203480"/>
            <a:ext cx="8228880" cy="1422360"/>
          </a:xfrm>
          <a:prstGeom prst="rect">
            <a:avLst/>
          </a:prstGeom>
          <a:noFill/>
          <a:ln w="0">
            <a:noFill/>
          </a:ln>
        </p:spPr>
        <p:txBody>
          <a:bodyPr lIns="0" rIns="0" tIns="0" bIns="0" anchor="t">
            <a:normAutofit fontScale="50000"/>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70" name="PlaceHolder 3"/>
          <p:cNvSpPr>
            <a:spLocks noGrp="1"/>
          </p:cNvSpPr>
          <p:nvPr>
            <p:ph type="body"/>
          </p:nvPr>
        </p:nvSpPr>
        <p:spPr>
          <a:xfrm>
            <a:off x="457200" y="2761920"/>
            <a:ext cx="8228880" cy="1422360"/>
          </a:xfrm>
          <a:prstGeom prst="rect">
            <a:avLst/>
          </a:prstGeom>
          <a:noFill/>
          <a:ln w="0">
            <a:noFill/>
          </a:ln>
        </p:spPr>
        <p:txBody>
          <a:bodyPr lIns="0" rIns="0" tIns="0" bIns="0" anchor="t">
            <a:normAutofit fontScale="50000"/>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5" r:id="rId2"/>
  </p:sldLayoutIdLst>
</p:sldMaster>
</file>

<file path=ppt/slideMasters/slideMaster1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 name="CustomShape 1"/>
          <p:cNvSpPr/>
          <p:nvPr/>
        </p:nvSpPr>
        <p:spPr>
          <a:xfrm>
            <a:off x="355320" y="-402120"/>
            <a:ext cx="6998760" cy="5140440"/>
          </a:xfrm>
          <a:custGeom>
            <a:avLst/>
            <a:gdLst>
              <a:gd name="textAreaLeft" fmla="*/ 0 w 6998760"/>
              <a:gd name="textAreaRight" fmla="*/ 6999840 w 6998760"/>
              <a:gd name="textAreaTop" fmla="*/ 0 h 5140440"/>
              <a:gd name="textAreaBottom" fmla="*/ 5141520 h 5140440"/>
            </a:gdLst>
            <a:ahLst/>
            <a:rect l="textAreaLeft" t="textAreaTop" r="textAreaRight" b="textAreaBottom"/>
            <a:pathLst>
              <a:path w="151443" h="111248">
                <a:moveTo>
                  <a:pt x="121092" y="1"/>
                </a:moveTo>
                <a:cubicBezTo>
                  <a:pt x="118111" y="1"/>
                  <a:pt x="114831" y="806"/>
                  <a:pt x="111247" y="2660"/>
                </a:cubicBezTo>
                <a:cubicBezTo>
                  <a:pt x="97971" y="9532"/>
                  <a:pt x="97037" y="24476"/>
                  <a:pt x="78890" y="25377"/>
                </a:cubicBezTo>
                <a:cubicBezTo>
                  <a:pt x="77070" y="25468"/>
                  <a:pt x="75284" y="25506"/>
                  <a:pt x="73527" y="25506"/>
                </a:cubicBezTo>
                <a:cubicBezTo>
                  <a:pt x="64901" y="25506"/>
                  <a:pt x="56984" y="24592"/>
                  <a:pt x="49133" y="24592"/>
                </a:cubicBezTo>
                <a:cubicBezTo>
                  <a:pt x="39865" y="24592"/>
                  <a:pt x="30689" y="25865"/>
                  <a:pt x="20549" y="31414"/>
                </a:cubicBezTo>
                <a:cubicBezTo>
                  <a:pt x="3436" y="40788"/>
                  <a:pt x="1" y="54497"/>
                  <a:pt x="3303" y="70576"/>
                </a:cubicBezTo>
                <a:cubicBezTo>
                  <a:pt x="8984" y="98326"/>
                  <a:pt x="32934" y="111248"/>
                  <a:pt x="60420" y="111248"/>
                </a:cubicBezTo>
                <a:cubicBezTo>
                  <a:pt x="72152" y="111248"/>
                  <a:pt x="84528" y="108893"/>
                  <a:pt x="96403" y="104333"/>
                </a:cubicBezTo>
                <a:cubicBezTo>
                  <a:pt x="134030" y="89889"/>
                  <a:pt x="151442" y="56599"/>
                  <a:pt x="142936" y="23308"/>
                </a:cubicBezTo>
                <a:cubicBezTo>
                  <a:pt x="140341" y="13221"/>
                  <a:pt x="133174" y="1"/>
                  <a:pt x="121092" y="1"/>
                </a:cubicBezTo>
                <a:close/>
              </a:path>
            </a:pathLst>
          </a:custGeom>
          <a:noFill/>
          <a:ln w="9360">
            <a:solidFill>
              <a:srgbClr val="00000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75" name="PlaceHolder 1"/>
          <p:cNvSpPr>
            <a:spLocks noGrp="1"/>
          </p:cNvSpPr>
          <p:nvPr>
            <p:ph type="title"/>
          </p:nvPr>
        </p:nvSpPr>
        <p:spPr>
          <a:xfrm>
            <a:off x="457200" y="205200"/>
            <a:ext cx="8228880" cy="8582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76" name="PlaceHolder 2"/>
          <p:cNvSpPr>
            <a:spLocks noGrp="1"/>
          </p:cNvSpPr>
          <p:nvPr>
            <p:ph type="body"/>
          </p:nvPr>
        </p:nvSpPr>
        <p:spPr>
          <a:xfrm>
            <a:off x="457200" y="1203480"/>
            <a:ext cx="4015440" cy="1422360"/>
          </a:xfrm>
          <a:prstGeom prst="rect">
            <a:avLst/>
          </a:prstGeom>
          <a:noFill/>
          <a:ln w="0">
            <a:noFill/>
          </a:ln>
        </p:spPr>
        <p:txBody>
          <a:bodyPr lIns="0" rIns="0" tIns="0" bIns="0" anchor="t">
            <a:normAutofit fontScale="43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77" name="PlaceHolder 3"/>
          <p:cNvSpPr>
            <a:spLocks noGrp="1"/>
          </p:cNvSpPr>
          <p:nvPr>
            <p:ph type="body"/>
          </p:nvPr>
        </p:nvSpPr>
        <p:spPr>
          <a:xfrm>
            <a:off x="4674240" y="1203480"/>
            <a:ext cx="4015440" cy="1422360"/>
          </a:xfrm>
          <a:prstGeom prst="rect">
            <a:avLst/>
          </a:prstGeom>
          <a:noFill/>
          <a:ln w="0">
            <a:noFill/>
          </a:ln>
        </p:spPr>
        <p:txBody>
          <a:bodyPr lIns="0" rIns="0" tIns="0" bIns="0" anchor="t">
            <a:normAutofit fontScale="43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78" name="PlaceHolder 4"/>
          <p:cNvSpPr>
            <a:spLocks noGrp="1"/>
          </p:cNvSpPr>
          <p:nvPr>
            <p:ph type="body"/>
          </p:nvPr>
        </p:nvSpPr>
        <p:spPr>
          <a:xfrm>
            <a:off x="457200" y="2761920"/>
            <a:ext cx="4015440" cy="1422360"/>
          </a:xfrm>
          <a:prstGeom prst="rect">
            <a:avLst/>
          </a:prstGeom>
          <a:noFill/>
          <a:ln w="0">
            <a:noFill/>
          </a:ln>
        </p:spPr>
        <p:txBody>
          <a:bodyPr lIns="0" rIns="0" tIns="0" bIns="0" anchor="t">
            <a:normAutofit fontScale="43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79" name="PlaceHolder 5"/>
          <p:cNvSpPr>
            <a:spLocks noGrp="1"/>
          </p:cNvSpPr>
          <p:nvPr>
            <p:ph type="body"/>
          </p:nvPr>
        </p:nvSpPr>
        <p:spPr>
          <a:xfrm>
            <a:off x="4674240" y="2761920"/>
            <a:ext cx="4015440" cy="1422360"/>
          </a:xfrm>
          <a:prstGeom prst="rect">
            <a:avLst/>
          </a:prstGeom>
          <a:noFill/>
          <a:ln w="0">
            <a:noFill/>
          </a:ln>
        </p:spPr>
        <p:txBody>
          <a:bodyPr lIns="0" rIns="0" tIns="0" bIns="0" anchor="t">
            <a:normAutofit fontScale="43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7" r:id="rId2"/>
  </p:sldLayoutIdLst>
</p:sldMaster>
</file>

<file path=ppt/slideMasters/slideMaster1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 name="CustomShape 1"/>
          <p:cNvSpPr/>
          <p:nvPr/>
        </p:nvSpPr>
        <p:spPr>
          <a:xfrm>
            <a:off x="355320" y="-402120"/>
            <a:ext cx="6998760" cy="5140440"/>
          </a:xfrm>
          <a:custGeom>
            <a:avLst/>
            <a:gdLst>
              <a:gd name="textAreaLeft" fmla="*/ 0 w 6998760"/>
              <a:gd name="textAreaRight" fmla="*/ 6999840 w 6998760"/>
              <a:gd name="textAreaTop" fmla="*/ 0 h 5140440"/>
              <a:gd name="textAreaBottom" fmla="*/ 5141520 h 5140440"/>
            </a:gdLst>
            <a:ahLst/>
            <a:rect l="textAreaLeft" t="textAreaTop" r="textAreaRight" b="textAreaBottom"/>
            <a:pathLst>
              <a:path w="151443" h="111248">
                <a:moveTo>
                  <a:pt x="121092" y="1"/>
                </a:moveTo>
                <a:cubicBezTo>
                  <a:pt x="118111" y="1"/>
                  <a:pt x="114831" y="806"/>
                  <a:pt x="111247" y="2660"/>
                </a:cubicBezTo>
                <a:cubicBezTo>
                  <a:pt x="97971" y="9532"/>
                  <a:pt x="97037" y="24476"/>
                  <a:pt x="78890" y="25377"/>
                </a:cubicBezTo>
                <a:cubicBezTo>
                  <a:pt x="77070" y="25468"/>
                  <a:pt x="75284" y="25506"/>
                  <a:pt x="73527" y="25506"/>
                </a:cubicBezTo>
                <a:cubicBezTo>
                  <a:pt x="64901" y="25506"/>
                  <a:pt x="56984" y="24592"/>
                  <a:pt x="49133" y="24592"/>
                </a:cubicBezTo>
                <a:cubicBezTo>
                  <a:pt x="39865" y="24592"/>
                  <a:pt x="30689" y="25865"/>
                  <a:pt x="20549" y="31414"/>
                </a:cubicBezTo>
                <a:cubicBezTo>
                  <a:pt x="3436" y="40788"/>
                  <a:pt x="1" y="54497"/>
                  <a:pt x="3303" y="70576"/>
                </a:cubicBezTo>
                <a:cubicBezTo>
                  <a:pt x="8984" y="98326"/>
                  <a:pt x="32934" y="111248"/>
                  <a:pt x="60420" y="111248"/>
                </a:cubicBezTo>
                <a:cubicBezTo>
                  <a:pt x="72152" y="111248"/>
                  <a:pt x="84528" y="108893"/>
                  <a:pt x="96403" y="104333"/>
                </a:cubicBezTo>
                <a:cubicBezTo>
                  <a:pt x="134030" y="89889"/>
                  <a:pt x="151442" y="56599"/>
                  <a:pt x="142936" y="23308"/>
                </a:cubicBezTo>
                <a:cubicBezTo>
                  <a:pt x="140341" y="13221"/>
                  <a:pt x="133174" y="1"/>
                  <a:pt x="121092" y="1"/>
                </a:cubicBezTo>
                <a:close/>
              </a:path>
            </a:pathLst>
          </a:custGeom>
          <a:noFill/>
          <a:ln w="9360">
            <a:solidFill>
              <a:srgbClr val="00000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Tree>
  </p:cSld>
  <p:clrMap bg1="lt1" bg2="lt2" tx1="dk1" tx2="dk2" accent1="accent1" accent2="accent2" accent3="accent3" accent4="accent4" accent5="accent5" accent6="accent6" hlink="hlink" folHlink="folHlink"/>
  <p:sldLayoutIdLst>
    <p:sldLayoutId id="2147483679" r:id="rId2"/>
  </p:sldLayoutIdLst>
</p:sldMaster>
</file>

<file path=ppt/slideMasters/slideMaster1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 name="CustomShape 1"/>
          <p:cNvSpPr/>
          <p:nvPr/>
        </p:nvSpPr>
        <p:spPr>
          <a:xfrm>
            <a:off x="355320" y="-402120"/>
            <a:ext cx="6998760" cy="5140440"/>
          </a:xfrm>
          <a:custGeom>
            <a:avLst/>
            <a:gdLst>
              <a:gd name="textAreaLeft" fmla="*/ 0 w 6998760"/>
              <a:gd name="textAreaRight" fmla="*/ 6999840 w 6998760"/>
              <a:gd name="textAreaTop" fmla="*/ 0 h 5140440"/>
              <a:gd name="textAreaBottom" fmla="*/ 5141520 h 5140440"/>
            </a:gdLst>
            <a:ahLst/>
            <a:rect l="textAreaLeft" t="textAreaTop" r="textAreaRight" b="textAreaBottom"/>
            <a:pathLst>
              <a:path w="151443" h="111248">
                <a:moveTo>
                  <a:pt x="121092" y="1"/>
                </a:moveTo>
                <a:cubicBezTo>
                  <a:pt x="118111" y="1"/>
                  <a:pt x="114831" y="806"/>
                  <a:pt x="111247" y="2660"/>
                </a:cubicBezTo>
                <a:cubicBezTo>
                  <a:pt x="97971" y="9532"/>
                  <a:pt x="97037" y="24476"/>
                  <a:pt x="78890" y="25377"/>
                </a:cubicBezTo>
                <a:cubicBezTo>
                  <a:pt x="77070" y="25468"/>
                  <a:pt x="75284" y="25506"/>
                  <a:pt x="73527" y="25506"/>
                </a:cubicBezTo>
                <a:cubicBezTo>
                  <a:pt x="64901" y="25506"/>
                  <a:pt x="56984" y="24592"/>
                  <a:pt x="49133" y="24592"/>
                </a:cubicBezTo>
                <a:cubicBezTo>
                  <a:pt x="39865" y="24592"/>
                  <a:pt x="30689" y="25865"/>
                  <a:pt x="20549" y="31414"/>
                </a:cubicBezTo>
                <a:cubicBezTo>
                  <a:pt x="3436" y="40788"/>
                  <a:pt x="1" y="54497"/>
                  <a:pt x="3303" y="70576"/>
                </a:cubicBezTo>
                <a:cubicBezTo>
                  <a:pt x="8984" y="98326"/>
                  <a:pt x="32934" y="111248"/>
                  <a:pt x="60420" y="111248"/>
                </a:cubicBezTo>
                <a:cubicBezTo>
                  <a:pt x="72152" y="111248"/>
                  <a:pt x="84528" y="108893"/>
                  <a:pt x="96403" y="104333"/>
                </a:cubicBezTo>
                <a:cubicBezTo>
                  <a:pt x="134030" y="89889"/>
                  <a:pt x="151442" y="56599"/>
                  <a:pt x="142936" y="23308"/>
                </a:cubicBezTo>
                <a:cubicBezTo>
                  <a:pt x="140341" y="13221"/>
                  <a:pt x="133174" y="1"/>
                  <a:pt x="121092" y="1"/>
                </a:cubicBezTo>
                <a:close/>
              </a:path>
            </a:pathLst>
          </a:custGeom>
          <a:noFill/>
          <a:ln w="9360">
            <a:solidFill>
              <a:srgbClr val="00000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87"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88"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81" r:id="rId2"/>
  </p:sldLayoutIdLst>
</p:sldMaster>
</file>

<file path=ppt/slideMasters/slideMaster1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 name="CustomShape 1"/>
          <p:cNvSpPr/>
          <p:nvPr/>
        </p:nvSpPr>
        <p:spPr>
          <a:xfrm>
            <a:off x="355320" y="-402120"/>
            <a:ext cx="6998760" cy="5140440"/>
          </a:xfrm>
          <a:custGeom>
            <a:avLst/>
            <a:gdLst>
              <a:gd name="textAreaLeft" fmla="*/ 0 w 6998760"/>
              <a:gd name="textAreaRight" fmla="*/ 6999840 w 6998760"/>
              <a:gd name="textAreaTop" fmla="*/ 0 h 5140440"/>
              <a:gd name="textAreaBottom" fmla="*/ 5141520 h 5140440"/>
            </a:gdLst>
            <a:ahLst/>
            <a:rect l="textAreaLeft" t="textAreaTop" r="textAreaRight" b="textAreaBottom"/>
            <a:pathLst>
              <a:path w="151443" h="111248">
                <a:moveTo>
                  <a:pt x="121092" y="1"/>
                </a:moveTo>
                <a:cubicBezTo>
                  <a:pt x="118111" y="1"/>
                  <a:pt x="114831" y="806"/>
                  <a:pt x="111247" y="2660"/>
                </a:cubicBezTo>
                <a:cubicBezTo>
                  <a:pt x="97971" y="9532"/>
                  <a:pt x="97037" y="24476"/>
                  <a:pt x="78890" y="25377"/>
                </a:cubicBezTo>
                <a:cubicBezTo>
                  <a:pt x="77070" y="25468"/>
                  <a:pt x="75284" y="25506"/>
                  <a:pt x="73527" y="25506"/>
                </a:cubicBezTo>
                <a:cubicBezTo>
                  <a:pt x="64901" y="25506"/>
                  <a:pt x="56984" y="24592"/>
                  <a:pt x="49133" y="24592"/>
                </a:cubicBezTo>
                <a:cubicBezTo>
                  <a:pt x="39865" y="24592"/>
                  <a:pt x="30689" y="25865"/>
                  <a:pt x="20549" y="31414"/>
                </a:cubicBezTo>
                <a:cubicBezTo>
                  <a:pt x="3436" y="40788"/>
                  <a:pt x="1" y="54497"/>
                  <a:pt x="3303" y="70576"/>
                </a:cubicBezTo>
                <a:cubicBezTo>
                  <a:pt x="8984" y="98326"/>
                  <a:pt x="32934" y="111248"/>
                  <a:pt x="60420" y="111248"/>
                </a:cubicBezTo>
                <a:cubicBezTo>
                  <a:pt x="72152" y="111248"/>
                  <a:pt x="84528" y="108893"/>
                  <a:pt x="96403" y="104333"/>
                </a:cubicBezTo>
                <a:cubicBezTo>
                  <a:pt x="134030" y="89889"/>
                  <a:pt x="151442" y="56599"/>
                  <a:pt x="142936" y="23308"/>
                </a:cubicBezTo>
                <a:cubicBezTo>
                  <a:pt x="140341" y="13221"/>
                  <a:pt x="133174" y="1"/>
                  <a:pt x="121092" y="1"/>
                </a:cubicBezTo>
                <a:close/>
              </a:path>
            </a:pathLst>
          </a:custGeom>
          <a:noFill/>
          <a:ln w="9360">
            <a:solidFill>
              <a:srgbClr val="00000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90" name="PlaceHolder 1"/>
          <p:cNvSpPr>
            <a:spLocks noGrp="1"/>
          </p:cNvSpPr>
          <p:nvPr>
            <p:ph type="title"/>
          </p:nvPr>
        </p:nvSpPr>
        <p:spPr>
          <a:xfrm>
            <a:off x="457200" y="205200"/>
            <a:ext cx="8228880" cy="8582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91" name="PlaceHolder 2"/>
          <p:cNvSpPr>
            <a:spLocks noGrp="1"/>
          </p:cNvSpPr>
          <p:nvPr>
            <p:ph type="body"/>
          </p:nvPr>
        </p:nvSpPr>
        <p:spPr>
          <a:xfrm>
            <a:off x="457200" y="1203480"/>
            <a:ext cx="8228880" cy="29826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83" r:id="rId2"/>
  </p:sldLayoutIdLst>
</p:sldMaster>
</file>

<file path=ppt/slideMasters/slideMaster1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 name="CustomShape 1"/>
          <p:cNvSpPr/>
          <p:nvPr/>
        </p:nvSpPr>
        <p:spPr>
          <a:xfrm>
            <a:off x="355320" y="-402120"/>
            <a:ext cx="6998760" cy="5140440"/>
          </a:xfrm>
          <a:custGeom>
            <a:avLst/>
            <a:gdLst>
              <a:gd name="textAreaLeft" fmla="*/ 0 w 6998760"/>
              <a:gd name="textAreaRight" fmla="*/ 6999840 w 6998760"/>
              <a:gd name="textAreaTop" fmla="*/ 0 h 5140440"/>
              <a:gd name="textAreaBottom" fmla="*/ 5141520 h 5140440"/>
            </a:gdLst>
            <a:ahLst/>
            <a:rect l="textAreaLeft" t="textAreaTop" r="textAreaRight" b="textAreaBottom"/>
            <a:pathLst>
              <a:path w="151443" h="111248">
                <a:moveTo>
                  <a:pt x="121092" y="1"/>
                </a:moveTo>
                <a:cubicBezTo>
                  <a:pt x="118111" y="1"/>
                  <a:pt x="114831" y="806"/>
                  <a:pt x="111247" y="2660"/>
                </a:cubicBezTo>
                <a:cubicBezTo>
                  <a:pt x="97971" y="9532"/>
                  <a:pt x="97037" y="24476"/>
                  <a:pt x="78890" y="25377"/>
                </a:cubicBezTo>
                <a:cubicBezTo>
                  <a:pt x="77070" y="25468"/>
                  <a:pt x="75284" y="25506"/>
                  <a:pt x="73527" y="25506"/>
                </a:cubicBezTo>
                <a:cubicBezTo>
                  <a:pt x="64901" y="25506"/>
                  <a:pt x="56984" y="24592"/>
                  <a:pt x="49133" y="24592"/>
                </a:cubicBezTo>
                <a:cubicBezTo>
                  <a:pt x="39865" y="24592"/>
                  <a:pt x="30689" y="25865"/>
                  <a:pt x="20549" y="31414"/>
                </a:cubicBezTo>
                <a:cubicBezTo>
                  <a:pt x="3436" y="40788"/>
                  <a:pt x="1" y="54497"/>
                  <a:pt x="3303" y="70576"/>
                </a:cubicBezTo>
                <a:cubicBezTo>
                  <a:pt x="8984" y="98326"/>
                  <a:pt x="32934" y="111248"/>
                  <a:pt x="60420" y="111248"/>
                </a:cubicBezTo>
                <a:cubicBezTo>
                  <a:pt x="72152" y="111248"/>
                  <a:pt x="84528" y="108893"/>
                  <a:pt x="96403" y="104333"/>
                </a:cubicBezTo>
                <a:cubicBezTo>
                  <a:pt x="134030" y="89889"/>
                  <a:pt x="151442" y="56599"/>
                  <a:pt x="142936" y="23308"/>
                </a:cubicBezTo>
                <a:cubicBezTo>
                  <a:pt x="140341" y="13221"/>
                  <a:pt x="133174" y="1"/>
                  <a:pt x="121092" y="1"/>
                </a:cubicBezTo>
                <a:close/>
              </a:path>
            </a:pathLst>
          </a:custGeom>
          <a:noFill/>
          <a:ln w="9360">
            <a:solidFill>
              <a:srgbClr val="00000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95" name="PlaceHolder 1"/>
          <p:cNvSpPr>
            <a:spLocks noGrp="1"/>
          </p:cNvSpPr>
          <p:nvPr>
            <p:ph type="title"/>
          </p:nvPr>
        </p:nvSpPr>
        <p:spPr>
          <a:xfrm>
            <a:off x="457200" y="205200"/>
            <a:ext cx="8228880" cy="8582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96" name="PlaceHolder 2"/>
          <p:cNvSpPr>
            <a:spLocks noGrp="1"/>
          </p:cNvSpPr>
          <p:nvPr>
            <p:ph type="body"/>
          </p:nvPr>
        </p:nvSpPr>
        <p:spPr>
          <a:xfrm>
            <a:off x="457200" y="1203480"/>
            <a:ext cx="8228880" cy="29826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85" r:id="rId2"/>
  </p:sldLayoutIdLst>
</p:sldMaster>
</file>

<file path=ppt/slideMasters/slideMaster2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 name="CustomShape 1"/>
          <p:cNvSpPr/>
          <p:nvPr/>
        </p:nvSpPr>
        <p:spPr>
          <a:xfrm>
            <a:off x="355320" y="-402120"/>
            <a:ext cx="6998760" cy="5140440"/>
          </a:xfrm>
          <a:custGeom>
            <a:avLst/>
            <a:gdLst>
              <a:gd name="textAreaLeft" fmla="*/ 0 w 6998760"/>
              <a:gd name="textAreaRight" fmla="*/ 6999840 w 6998760"/>
              <a:gd name="textAreaTop" fmla="*/ 0 h 5140440"/>
              <a:gd name="textAreaBottom" fmla="*/ 5141520 h 5140440"/>
            </a:gdLst>
            <a:ahLst/>
            <a:rect l="textAreaLeft" t="textAreaTop" r="textAreaRight" b="textAreaBottom"/>
            <a:pathLst>
              <a:path w="151443" h="111248">
                <a:moveTo>
                  <a:pt x="121092" y="1"/>
                </a:moveTo>
                <a:cubicBezTo>
                  <a:pt x="118111" y="1"/>
                  <a:pt x="114831" y="806"/>
                  <a:pt x="111247" y="2660"/>
                </a:cubicBezTo>
                <a:cubicBezTo>
                  <a:pt x="97971" y="9532"/>
                  <a:pt x="97037" y="24476"/>
                  <a:pt x="78890" y="25377"/>
                </a:cubicBezTo>
                <a:cubicBezTo>
                  <a:pt x="77070" y="25468"/>
                  <a:pt x="75284" y="25506"/>
                  <a:pt x="73527" y="25506"/>
                </a:cubicBezTo>
                <a:cubicBezTo>
                  <a:pt x="64901" y="25506"/>
                  <a:pt x="56984" y="24592"/>
                  <a:pt x="49133" y="24592"/>
                </a:cubicBezTo>
                <a:cubicBezTo>
                  <a:pt x="39865" y="24592"/>
                  <a:pt x="30689" y="25865"/>
                  <a:pt x="20549" y="31414"/>
                </a:cubicBezTo>
                <a:cubicBezTo>
                  <a:pt x="3436" y="40788"/>
                  <a:pt x="1" y="54497"/>
                  <a:pt x="3303" y="70576"/>
                </a:cubicBezTo>
                <a:cubicBezTo>
                  <a:pt x="8984" y="98326"/>
                  <a:pt x="32934" y="111248"/>
                  <a:pt x="60420" y="111248"/>
                </a:cubicBezTo>
                <a:cubicBezTo>
                  <a:pt x="72152" y="111248"/>
                  <a:pt x="84528" y="108893"/>
                  <a:pt x="96403" y="104333"/>
                </a:cubicBezTo>
                <a:cubicBezTo>
                  <a:pt x="134030" y="89889"/>
                  <a:pt x="151442" y="56599"/>
                  <a:pt x="142936" y="23308"/>
                </a:cubicBezTo>
                <a:cubicBezTo>
                  <a:pt x="140341" y="13221"/>
                  <a:pt x="133174" y="1"/>
                  <a:pt x="121092" y="1"/>
                </a:cubicBezTo>
                <a:close/>
              </a:path>
            </a:pathLst>
          </a:custGeom>
          <a:noFill/>
          <a:ln w="9360">
            <a:solidFill>
              <a:srgbClr val="00000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00" name="PlaceHolder 1"/>
          <p:cNvSpPr>
            <a:spLocks noGrp="1"/>
          </p:cNvSpPr>
          <p:nvPr>
            <p:ph type="title"/>
          </p:nvPr>
        </p:nvSpPr>
        <p:spPr>
          <a:xfrm>
            <a:off x="457200" y="205200"/>
            <a:ext cx="8228880" cy="8582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01" name="PlaceHolder 2"/>
          <p:cNvSpPr>
            <a:spLocks noGrp="1"/>
          </p:cNvSpPr>
          <p:nvPr>
            <p:ph type="body"/>
          </p:nvPr>
        </p:nvSpPr>
        <p:spPr>
          <a:xfrm>
            <a:off x="457200" y="1203480"/>
            <a:ext cx="4015440" cy="2982600"/>
          </a:xfrm>
          <a:prstGeom prst="rect">
            <a:avLst/>
          </a:prstGeom>
          <a:noFill/>
          <a:ln w="0">
            <a:noFill/>
          </a:ln>
        </p:spPr>
        <p:txBody>
          <a:bodyPr lIns="0" rIns="0" tIns="0" bIns="0" anchor="t">
            <a:normAutofit fontScale="87222"/>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02" name="PlaceHolder 3"/>
          <p:cNvSpPr>
            <a:spLocks noGrp="1"/>
          </p:cNvSpPr>
          <p:nvPr>
            <p:ph type="body"/>
          </p:nvPr>
        </p:nvSpPr>
        <p:spPr>
          <a:xfrm>
            <a:off x="4674240" y="1203480"/>
            <a:ext cx="4015440" cy="2982600"/>
          </a:xfrm>
          <a:prstGeom prst="rect">
            <a:avLst/>
          </a:prstGeom>
          <a:noFill/>
          <a:ln w="0">
            <a:noFill/>
          </a:ln>
        </p:spPr>
        <p:txBody>
          <a:bodyPr lIns="0" rIns="0" tIns="0" bIns="0" anchor="t">
            <a:normAutofit fontScale="87222"/>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87" r:id="rId2"/>
  </p:sldLayoutIdLst>
</p:sldMaster>
</file>

<file path=ppt/slideMasters/slideMaster2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 name="CustomShape 1"/>
          <p:cNvSpPr/>
          <p:nvPr/>
        </p:nvSpPr>
        <p:spPr>
          <a:xfrm>
            <a:off x="355320" y="-402120"/>
            <a:ext cx="6998760" cy="5140440"/>
          </a:xfrm>
          <a:custGeom>
            <a:avLst/>
            <a:gdLst>
              <a:gd name="textAreaLeft" fmla="*/ 0 w 6998760"/>
              <a:gd name="textAreaRight" fmla="*/ 6999840 w 6998760"/>
              <a:gd name="textAreaTop" fmla="*/ 0 h 5140440"/>
              <a:gd name="textAreaBottom" fmla="*/ 5141520 h 5140440"/>
            </a:gdLst>
            <a:ahLst/>
            <a:rect l="textAreaLeft" t="textAreaTop" r="textAreaRight" b="textAreaBottom"/>
            <a:pathLst>
              <a:path w="151443" h="111248">
                <a:moveTo>
                  <a:pt x="121092" y="1"/>
                </a:moveTo>
                <a:cubicBezTo>
                  <a:pt x="118111" y="1"/>
                  <a:pt x="114831" y="806"/>
                  <a:pt x="111247" y="2660"/>
                </a:cubicBezTo>
                <a:cubicBezTo>
                  <a:pt x="97971" y="9532"/>
                  <a:pt x="97037" y="24476"/>
                  <a:pt x="78890" y="25377"/>
                </a:cubicBezTo>
                <a:cubicBezTo>
                  <a:pt x="77070" y="25468"/>
                  <a:pt x="75284" y="25506"/>
                  <a:pt x="73527" y="25506"/>
                </a:cubicBezTo>
                <a:cubicBezTo>
                  <a:pt x="64901" y="25506"/>
                  <a:pt x="56984" y="24592"/>
                  <a:pt x="49133" y="24592"/>
                </a:cubicBezTo>
                <a:cubicBezTo>
                  <a:pt x="39865" y="24592"/>
                  <a:pt x="30689" y="25865"/>
                  <a:pt x="20549" y="31414"/>
                </a:cubicBezTo>
                <a:cubicBezTo>
                  <a:pt x="3436" y="40788"/>
                  <a:pt x="1" y="54497"/>
                  <a:pt x="3303" y="70576"/>
                </a:cubicBezTo>
                <a:cubicBezTo>
                  <a:pt x="8984" y="98326"/>
                  <a:pt x="32934" y="111248"/>
                  <a:pt x="60420" y="111248"/>
                </a:cubicBezTo>
                <a:cubicBezTo>
                  <a:pt x="72152" y="111248"/>
                  <a:pt x="84528" y="108893"/>
                  <a:pt x="96403" y="104333"/>
                </a:cubicBezTo>
                <a:cubicBezTo>
                  <a:pt x="134030" y="89889"/>
                  <a:pt x="151442" y="56599"/>
                  <a:pt x="142936" y="23308"/>
                </a:cubicBezTo>
                <a:cubicBezTo>
                  <a:pt x="140341" y="13221"/>
                  <a:pt x="133174" y="1"/>
                  <a:pt x="121092" y="1"/>
                </a:cubicBezTo>
                <a:close/>
              </a:path>
            </a:pathLst>
          </a:custGeom>
          <a:noFill/>
          <a:ln w="9360">
            <a:solidFill>
              <a:srgbClr val="00000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07" name="PlaceHolder 1"/>
          <p:cNvSpPr>
            <a:spLocks noGrp="1"/>
          </p:cNvSpPr>
          <p:nvPr>
            <p:ph type="title"/>
          </p:nvPr>
        </p:nvSpPr>
        <p:spPr>
          <a:xfrm>
            <a:off x="457200" y="205200"/>
            <a:ext cx="8228880" cy="8582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89" r:id="rId2"/>
  </p:sldLayoutIdLst>
</p:sldMaster>
</file>

<file path=ppt/slideMasters/slideMaster2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 name="CustomShape 1"/>
          <p:cNvSpPr/>
          <p:nvPr/>
        </p:nvSpPr>
        <p:spPr>
          <a:xfrm>
            <a:off x="355320" y="-402120"/>
            <a:ext cx="6998760" cy="5140440"/>
          </a:xfrm>
          <a:custGeom>
            <a:avLst/>
            <a:gdLst>
              <a:gd name="textAreaLeft" fmla="*/ 0 w 6998760"/>
              <a:gd name="textAreaRight" fmla="*/ 6999840 w 6998760"/>
              <a:gd name="textAreaTop" fmla="*/ 0 h 5140440"/>
              <a:gd name="textAreaBottom" fmla="*/ 5141520 h 5140440"/>
            </a:gdLst>
            <a:ahLst/>
            <a:rect l="textAreaLeft" t="textAreaTop" r="textAreaRight" b="textAreaBottom"/>
            <a:pathLst>
              <a:path w="151443" h="111248">
                <a:moveTo>
                  <a:pt x="121092" y="1"/>
                </a:moveTo>
                <a:cubicBezTo>
                  <a:pt x="118111" y="1"/>
                  <a:pt x="114831" y="806"/>
                  <a:pt x="111247" y="2660"/>
                </a:cubicBezTo>
                <a:cubicBezTo>
                  <a:pt x="97971" y="9532"/>
                  <a:pt x="97037" y="24476"/>
                  <a:pt x="78890" y="25377"/>
                </a:cubicBezTo>
                <a:cubicBezTo>
                  <a:pt x="77070" y="25468"/>
                  <a:pt x="75284" y="25506"/>
                  <a:pt x="73527" y="25506"/>
                </a:cubicBezTo>
                <a:cubicBezTo>
                  <a:pt x="64901" y="25506"/>
                  <a:pt x="56984" y="24592"/>
                  <a:pt x="49133" y="24592"/>
                </a:cubicBezTo>
                <a:cubicBezTo>
                  <a:pt x="39865" y="24592"/>
                  <a:pt x="30689" y="25865"/>
                  <a:pt x="20549" y="31414"/>
                </a:cubicBezTo>
                <a:cubicBezTo>
                  <a:pt x="3436" y="40788"/>
                  <a:pt x="1" y="54497"/>
                  <a:pt x="3303" y="70576"/>
                </a:cubicBezTo>
                <a:cubicBezTo>
                  <a:pt x="8984" y="98326"/>
                  <a:pt x="32934" y="111248"/>
                  <a:pt x="60420" y="111248"/>
                </a:cubicBezTo>
                <a:cubicBezTo>
                  <a:pt x="72152" y="111248"/>
                  <a:pt x="84528" y="108893"/>
                  <a:pt x="96403" y="104333"/>
                </a:cubicBezTo>
                <a:cubicBezTo>
                  <a:pt x="134030" y="89889"/>
                  <a:pt x="151442" y="56599"/>
                  <a:pt x="142936" y="23308"/>
                </a:cubicBezTo>
                <a:cubicBezTo>
                  <a:pt x="140341" y="13221"/>
                  <a:pt x="133174" y="1"/>
                  <a:pt x="121092" y="1"/>
                </a:cubicBezTo>
                <a:close/>
              </a:path>
            </a:pathLst>
          </a:custGeom>
          <a:noFill/>
          <a:ln w="9360">
            <a:solidFill>
              <a:srgbClr val="00000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Tree>
  </p:cSld>
  <p:clrMap bg1="lt1" bg2="lt2" tx1="dk1" tx2="dk2" accent1="accent1" accent2="accent2" accent3="accent3" accent4="accent4" accent5="accent5" accent6="accent6" hlink="hlink" folHlink="folHlink"/>
  <p:sldLayoutIdLst>
    <p:sldLayoutId id="2147483691" r:id="rId2"/>
  </p:sldLayoutIdLst>
</p:sldMaster>
</file>

<file path=ppt/slideMasters/slideMaster2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 name="CustomShape 1"/>
          <p:cNvSpPr/>
          <p:nvPr/>
        </p:nvSpPr>
        <p:spPr>
          <a:xfrm>
            <a:off x="355320" y="-402120"/>
            <a:ext cx="6998760" cy="5140440"/>
          </a:xfrm>
          <a:custGeom>
            <a:avLst/>
            <a:gdLst>
              <a:gd name="textAreaLeft" fmla="*/ 0 w 6998760"/>
              <a:gd name="textAreaRight" fmla="*/ 6999840 w 6998760"/>
              <a:gd name="textAreaTop" fmla="*/ 0 h 5140440"/>
              <a:gd name="textAreaBottom" fmla="*/ 5141520 h 5140440"/>
            </a:gdLst>
            <a:ahLst/>
            <a:rect l="textAreaLeft" t="textAreaTop" r="textAreaRight" b="textAreaBottom"/>
            <a:pathLst>
              <a:path w="151443" h="111248">
                <a:moveTo>
                  <a:pt x="121092" y="1"/>
                </a:moveTo>
                <a:cubicBezTo>
                  <a:pt x="118111" y="1"/>
                  <a:pt x="114831" y="806"/>
                  <a:pt x="111247" y="2660"/>
                </a:cubicBezTo>
                <a:cubicBezTo>
                  <a:pt x="97971" y="9532"/>
                  <a:pt x="97037" y="24476"/>
                  <a:pt x="78890" y="25377"/>
                </a:cubicBezTo>
                <a:cubicBezTo>
                  <a:pt x="77070" y="25468"/>
                  <a:pt x="75284" y="25506"/>
                  <a:pt x="73527" y="25506"/>
                </a:cubicBezTo>
                <a:cubicBezTo>
                  <a:pt x="64901" y="25506"/>
                  <a:pt x="56984" y="24592"/>
                  <a:pt x="49133" y="24592"/>
                </a:cubicBezTo>
                <a:cubicBezTo>
                  <a:pt x="39865" y="24592"/>
                  <a:pt x="30689" y="25865"/>
                  <a:pt x="20549" y="31414"/>
                </a:cubicBezTo>
                <a:cubicBezTo>
                  <a:pt x="3436" y="40788"/>
                  <a:pt x="1" y="54497"/>
                  <a:pt x="3303" y="70576"/>
                </a:cubicBezTo>
                <a:cubicBezTo>
                  <a:pt x="8984" y="98326"/>
                  <a:pt x="32934" y="111248"/>
                  <a:pt x="60420" y="111248"/>
                </a:cubicBezTo>
                <a:cubicBezTo>
                  <a:pt x="72152" y="111248"/>
                  <a:pt x="84528" y="108893"/>
                  <a:pt x="96403" y="104333"/>
                </a:cubicBezTo>
                <a:cubicBezTo>
                  <a:pt x="134030" y="89889"/>
                  <a:pt x="151442" y="56599"/>
                  <a:pt x="142936" y="23308"/>
                </a:cubicBezTo>
                <a:cubicBezTo>
                  <a:pt x="140341" y="13221"/>
                  <a:pt x="133174" y="1"/>
                  <a:pt x="121092" y="1"/>
                </a:cubicBezTo>
                <a:close/>
              </a:path>
            </a:pathLst>
          </a:custGeom>
          <a:noFill/>
          <a:ln w="9360">
            <a:solidFill>
              <a:srgbClr val="00000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11" name="PlaceHolder 1"/>
          <p:cNvSpPr>
            <a:spLocks noGrp="1"/>
          </p:cNvSpPr>
          <p:nvPr>
            <p:ph type="title"/>
          </p:nvPr>
        </p:nvSpPr>
        <p:spPr>
          <a:xfrm>
            <a:off x="457200" y="205200"/>
            <a:ext cx="8228880" cy="8582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12" name="PlaceHolder 2"/>
          <p:cNvSpPr>
            <a:spLocks noGrp="1"/>
          </p:cNvSpPr>
          <p:nvPr>
            <p:ph type="body"/>
          </p:nvPr>
        </p:nvSpPr>
        <p:spPr>
          <a:xfrm>
            <a:off x="457200" y="1203480"/>
            <a:ext cx="4015440" cy="1422360"/>
          </a:xfrm>
          <a:prstGeom prst="rect">
            <a:avLst/>
          </a:prstGeom>
          <a:noFill/>
          <a:ln w="0">
            <a:noFill/>
          </a:ln>
        </p:spPr>
        <p:txBody>
          <a:bodyPr lIns="0" rIns="0" tIns="0" bIns="0" anchor="t">
            <a:normAutofit fontScale="43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13" name="PlaceHolder 3"/>
          <p:cNvSpPr>
            <a:spLocks noGrp="1"/>
          </p:cNvSpPr>
          <p:nvPr>
            <p:ph type="body"/>
          </p:nvPr>
        </p:nvSpPr>
        <p:spPr>
          <a:xfrm>
            <a:off x="4674240" y="1203480"/>
            <a:ext cx="4015440" cy="2982600"/>
          </a:xfrm>
          <a:prstGeom prst="rect">
            <a:avLst/>
          </a:prstGeom>
          <a:noFill/>
          <a:ln w="0">
            <a:noFill/>
          </a:ln>
        </p:spPr>
        <p:txBody>
          <a:bodyPr lIns="0" rIns="0" tIns="0" bIns="0" anchor="t">
            <a:normAutofit fontScale="87222"/>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14" name="PlaceHolder 4"/>
          <p:cNvSpPr>
            <a:spLocks noGrp="1"/>
          </p:cNvSpPr>
          <p:nvPr>
            <p:ph type="body"/>
          </p:nvPr>
        </p:nvSpPr>
        <p:spPr>
          <a:xfrm>
            <a:off x="457200" y="2761920"/>
            <a:ext cx="4015440" cy="1422360"/>
          </a:xfrm>
          <a:prstGeom prst="rect">
            <a:avLst/>
          </a:prstGeom>
          <a:noFill/>
          <a:ln w="0">
            <a:noFill/>
          </a:ln>
        </p:spPr>
        <p:txBody>
          <a:bodyPr lIns="0" rIns="0" tIns="0" bIns="0" anchor="t">
            <a:normAutofit fontScale="43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93" r:id="rId2"/>
  </p:sldLayoutIdLst>
</p:sldMaster>
</file>

<file path=ppt/slideMasters/slideMaster2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9" name="CustomShape 1"/>
          <p:cNvSpPr/>
          <p:nvPr/>
        </p:nvSpPr>
        <p:spPr>
          <a:xfrm>
            <a:off x="355320" y="-402120"/>
            <a:ext cx="6998760" cy="5140440"/>
          </a:xfrm>
          <a:custGeom>
            <a:avLst/>
            <a:gdLst>
              <a:gd name="textAreaLeft" fmla="*/ 0 w 6998760"/>
              <a:gd name="textAreaRight" fmla="*/ 6999840 w 6998760"/>
              <a:gd name="textAreaTop" fmla="*/ 0 h 5140440"/>
              <a:gd name="textAreaBottom" fmla="*/ 5141520 h 5140440"/>
            </a:gdLst>
            <a:ahLst/>
            <a:rect l="textAreaLeft" t="textAreaTop" r="textAreaRight" b="textAreaBottom"/>
            <a:pathLst>
              <a:path w="151443" h="111248">
                <a:moveTo>
                  <a:pt x="121092" y="1"/>
                </a:moveTo>
                <a:cubicBezTo>
                  <a:pt x="118111" y="1"/>
                  <a:pt x="114831" y="806"/>
                  <a:pt x="111247" y="2660"/>
                </a:cubicBezTo>
                <a:cubicBezTo>
                  <a:pt x="97971" y="9532"/>
                  <a:pt x="97037" y="24476"/>
                  <a:pt x="78890" y="25377"/>
                </a:cubicBezTo>
                <a:cubicBezTo>
                  <a:pt x="77070" y="25468"/>
                  <a:pt x="75284" y="25506"/>
                  <a:pt x="73527" y="25506"/>
                </a:cubicBezTo>
                <a:cubicBezTo>
                  <a:pt x="64901" y="25506"/>
                  <a:pt x="56984" y="24592"/>
                  <a:pt x="49133" y="24592"/>
                </a:cubicBezTo>
                <a:cubicBezTo>
                  <a:pt x="39865" y="24592"/>
                  <a:pt x="30689" y="25865"/>
                  <a:pt x="20549" y="31414"/>
                </a:cubicBezTo>
                <a:cubicBezTo>
                  <a:pt x="3436" y="40788"/>
                  <a:pt x="1" y="54497"/>
                  <a:pt x="3303" y="70576"/>
                </a:cubicBezTo>
                <a:cubicBezTo>
                  <a:pt x="8984" y="98326"/>
                  <a:pt x="32934" y="111248"/>
                  <a:pt x="60420" y="111248"/>
                </a:cubicBezTo>
                <a:cubicBezTo>
                  <a:pt x="72152" y="111248"/>
                  <a:pt x="84528" y="108893"/>
                  <a:pt x="96403" y="104333"/>
                </a:cubicBezTo>
                <a:cubicBezTo>
                  <a:pt x="134030" y="89889"/>
                  <a:pt x="151442" y="56599"/>
                  <a:pt x="142936" y="23308"/>
                </a:cubicBezTo>
                <a:cubicBezTo>
                  <a:pt x="140341" y="13221"/>
                  <a:pt x="133174" y="1"/>
                  <a:pt x="121092" y="1"/>
                </a:cubicBezTo>
                <a:close/>
              </a:path>
            </a:pathLst>
          </a:custGeom>
          <a:noFill/>
          <a:ln w="9360">
            <a:solidFill>
              <a:srgbClr val="00000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20" name="PlaceHolder 1"/>
          <p:cNvSpPr>
            <a:spLocks noGrp="1"/>
          </p:cNvSpPr>
          <p:nvPr>
            <p:ph type="title"/>
          </p:nvPr>
        </p:nvSpPr>
        <p:spPr>
          <a:xfrm>
            <a:off x="457200" y="205200"/>
            <a:ext cx="8228880" cy="8582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21" name="PlaceHolder 2"/>
          <p:cNvSpPr>
            <a:spLocks noGrp="1"/>
          </p:cNvSpPr>
          <p:nvPr>
            <p:ph type="body"/>
          </p:nvPr>
        </p:nvSpPr>
        <p:spPr>
          <a:xfrm>
            <a:off x="457200" y="1203480"/>
            <a:ext cx="4015440" cy="2982600"/>
          </a:xfrm>
          <a:prstGeom prst="rect">
            <a:avLst/>
          </a:prstGeom>
          <a:noFill/>
          <a:ln w="0">
            <a:noFill/>
          </a:ln>
        </p:spPr>
        <p:txBody>
          <a:bodyPr lIns="0" rIns="0" tIns="0" bIns="0" anchor="t">
            <a:normAutofit fontScale="87222"/>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22" name="PlaceHolder 3"/>
          <p:cNvSpPr>
            <a:spLocks noGrp="1"/>
          </p:cNvSpPr>
          <p:nvPr>
            <p:ph type="body"/>
          </p:nvPr>
        </p:nvSpPr>
        <p:spPr>
          <a:xfrm>
            <a:off x="4674240" y="1203480"/>
            <a:ext cx="4015440" cy="1422360"/>
          </a:xfrm>
          <a:prstGeom prst="rect">
            <a:avLst/>
          </a:prstGeom>
          <a:noFill/>
          <a:ln w="0">
            <a:noFill/>
          </a:ln>
        </p:spPr>
        <p:txBody>
          <a:bodyPr lIns="0" rIns="0" tIns="0" bIns="0" anchor="t">
            <a:normAutofit fontScale="43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23" name="PlaceHolder 4"/>
          <p:cNvSpPr>
            <a:spLocks noGrp="1"/>
          </p:cNvSpPr>
          <p:nvPr>
            <p:ph type="body"/>
          </p:nvPr>
        </p:nvSpPr>
        <p:spPr>
          <a:xfrm>
            <a:off x="4674240" y="2761920"/>
            <a:ext cx="4015440" cy="1422360"/>
          </a:xfrm>
          <a:prstGeom prst="rect">
            <a:avLst/>
          </a:prstGeom>
          <a:noFill/>
          <a:ln w="0">
            <a:noFill/>
          </a:ln>
        </p:spPr>
        <p:txBody>
          <a:bodyPr lIns="0" rIns="0" tIns="0" bIns="0" anchor="t">
            <a:normAutofit fontScale="43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95"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5.xml"/>
</Relationships>
</file>

<file path=ppt/slides/_rels/slide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5.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6.xml.rels><?xml version="1.0" encoding="UTF-8"?>
<Relationships xmlns="http://schemas.openxmlformats.org/package/2006/relationships"><Relationship Id="rId1" Type="http://schemas.openxmlformats.org/officeDocument/2006/relationships/hyperlink" Target="https://howdns.works/episodes/" TargetMode="External"/><Relationship Id="rId2" Type="http://schemas.openxmlformats.org/officeDocument/2006/relationships/image" Target="../media/image2.png"/><Relationship Id="rId3" Type="http://schemas.openxmlformats.org/officeDocument/2006/relationships/slideLayout" Target="../slideLayouts/slideLayout5.xml"/>
</Relationships>
</file>

<file path=ppt/slides/_rels/slide7.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5.xml"/>
</Relationships>
</file>

<file path=ppt/slides/_rels/slide8.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5.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2.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5.xml"/>
</Relationships>
</file>

<file path=ppt/slides/_rels/slide13.xml.rels><?xml version="1.0" encoding="UTF-8"?>
<Relationships xmlns="http://schemas.openxmlformats.org/package/2006/relationships"><Relationship Id="rId1" Type="http://schemas.openxmlformats.org/officeDocument/2006/relationships/image" Target="../media/image6.jpeg"/><Relationship Id="rId2" Type="http://schemas.openxmlformats.org/officeDocument/2006/relationships/slideLayout" Target="../slideLayouts/slideLayout5.xml"/>
</Relationships>
</file>

<file path=ppt/slides/_rels/slide14.xml.rels><?xml version="1.0" encoding="UTF-8"?>
<Relationships xmlns="http://schemas.openxmlformats.org/package/2006/relationships"><Relationship Id="rId1" Type="http://schemas.openxmlformats.org/officeDocument/2006/relationships/image" Target="../media/image7.jpeg"/><Relationship Id="rId2" Type="http://schemas.openxmlformats.org/officeDocument/2006/relationships/slideLayout" Target="../slideLayouts/slideLayout5.xml"/>
</Relationships>
</file>

<file path=ppt/slides/_rels/slide15.xml.rels><?xml version="1.0" encoding="UTF-8"?>
<Relationships xmlns="http://schemas.openxmlformats.org/package/2006/relationships"><Relationship Id="rId1" Type="http://schemas.openxmlformats.org/officeDocument/2006/relationships/image" Target="../media/image8.jpeg"/><Relationship Id="rId2" Type="http://schemas.openxmlformats.org/officeDocument/2006/relationships/slideLayout" Target="../slideLayouts/slideLayout5.xml"/>
</Relationships>
</file>

<file path=ppt/slides/_rels/slide16.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5.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18.xml.rels><?xml version="1.0" encoding="UTF-8"?>
<Relationships xmlns="http://schemas.openxmlformats.org/package/2006/relationships"><Relationship Id="rId1" Type="http://schemas.openxmlformats.org/officeDocument/2006/relationships/image" Target="../media/image10.jpeg"/><Relationship Id="rId2" Type="http://schemas.openxmlformats.org/officeDocument/2006/relationships/image" Target="../media/image1.png"/><Relationship Id="rId3" Type="http://schemas.openxmlformats.org/officeDocument/2006/relationships/image" Target="../media/image11.png"/><Relationship Id="rId4" Type="http://schemas.openxmlformats.org/officeDocument/2006/relationships/slideLayout" Target="../slideLayouts/slideLayout5.xml"/>
</Relationships>
</file>

<file path=ppt/slides/_rels/slide19.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5.xml"/>
</Relationships>
</file>

<file path=ppt/slides/_rels/slide20.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5.xml"/>
</Relationships>
</file>

<file path=ppt/slides/_rels/slide21.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5.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23.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5.xml"/>
</Relationships>
</file>

<file path=ppt/slides/_rels/slide24.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5.xml"/>
</Relationships>
</file>

<file path=ppt/slides/_rels/slide25.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5.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30.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5.xml"/>
</Relationships>
</file>

<file path=ppt/slides/_rels/slide31.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slideLayout" Target="../slideLayouts/slideLayout5.xml"/>
</Relationships>
</file>

<file path=ppt/slides/_rels/slide32.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slideLayout" Target="../slideLayouts/slideLayout5.xml"/>
</Relationships>
</file>

<file path=ppt/slides/_rels/slide33.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slideLayout" Target="../slideLayouts/slideLayout5.xml"/>
</Relationships>
</file>

<file path=ppt/slides/_rels/slide34.xml.rels><?xml version="1.0" encoding="UTF-8"?>
<Relationships xmlns="http://schemas.openxmlformats.org/package/2006/relationships"><Relationship Id="rId1" Type="http://schemas.openxmlformats.org/officeDocument/2006/relationships/image" Target="../media/image19.png"/><Relationship Id="rId2" Type="http://schemas.openxmlformats.org/officeDocument/2006/relationships/slideLayout" Target="../slideLayouts/slideLayout5.xml"/>
</Relationships>
</file>

<file path=ppt/slides/_rels/slide35.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slideLayout" Target="../slideLayouts/slideLayout5.xml"/>
</Relationships>
</file>

<file path=ppt/slides/_rels/slide36.xml.rels><?xml version="1.0" encoding="UTF-8"?>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5.xml"/>
</Relationships>
</file>

<file path=ppt/slides/_rels/slide37.xml.rels><?xml version="1.0" encoding="UTF-8"?>
<Relationships xmlns="http://schemas.openxmlformats.org/package/2006/relationships"><Relationship Id="rId1" Type="http://schemas.openxmlformats.org/officeDocument/2006/relationships/image" Target="../media/image22.png"/><Relationship Id="rId2" Type="http://schemas.openxmlformats.org/officeDocument/2006/relationships/slideLayout" Target="../slideLayouts/slideLayout5.xml"/>
</Relationships>
</file>

<file path=ppt/slides/_rels/slide38.xml.rels><?xml version="1.0" encoding="UTF-8"?>
<Relationships xmlns="http://schemas.openxmlformats.org/package/2006/relationships"><Relationship Id="rId1" Type="http://schemas.openxmlformats.org/officeDocument/2006/relationships/image" Target="../media/image23.png"/><Relationship Id="rId2" Type="http://schemas.openxmlformats.org/officeDocument/2006/relationships/slideLayout" Target="../slideLayouts/slideLayout5.xml"/>
</Relationships>
</file>

<file path=ppt/slides/_rels/slide39.xml.rels><?xml version="1.0" encoding="UTF-8"?>
<Relationships xmlns="http://schemas.openxmlformats.org/package/2006/relationships"><Relationship Id="rId1" Type="http://schemas.openxmlformats.org/officeDocument/2006/relationships/image" Target="../media/image24.png"/><Relationship Id="rId2" Type="http://schemas.openxmlformats.org/officeDocument/2006/relationships/slideLayout" Target="../slideLayouts/slideLayout5.xml"/>
</Relationships>
</file>

<file path=ppt/slides/_rels/slide40.xml.rels><?xml version="1.0" encoding="UTF-8"?>
<Relationships xmlns="http://schemas.openxmlformats.org/package/2006/relationships"><Relationship Id="rId1" Type="http://schemas.openxmlformats.org/officeDocument/2006/relationships/image" Target="../media/image25.png"/><Relationship Id="rId2" Type="http://schemas.openxmlformats.org/officeDocument/2006/relationships/slideLayout" Target="../slideLayouts/slideLayout5.xml"/>
</Relationships>
</file>

<file path=ppt/slides/_rels/slide41.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42.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43.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4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5.xml"/>
</Relationships>
</file>

<file path=ppt/slides/_rels/slide45.xml.rels><?xml version="1.0" encoding="UTF-8"?>
<Relationships xmlns="http://schemas.openxmlformats.org/package/2006/relationships"><Relationship Id="rId1" Type="http://schemas.openxmlformats.org/officeDocument/2006/relationships/slideLayout" Target="../slideLayouts/slideLayout5.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28" name="Google Shape;206;p36" descr=""/>
          <p:cNvPicPr/>
          <p:nvPr/>
        </p:nvPicPr>
        <p:blipFill>
          <a:blip r:embed="rId1"/>
          <a:stretch/>
        </p:blipFill>
        <p:spPr>
          <a:xfrm>
            <a:off x="1880640" y="942480"/>
            <a:ext cx="5379480" cy="2625120"/>
          </a:xfrm>
          <a:prstGeom prst="rect">
            <a:avLst/>
          </a:prstGeom>
          <a:ln w="0">
            <a:noFill/>
          </a:ln>
        </p:spPr>
      </p:pic>
      <p:sp>
        <p:nvSpPr>
          <p:cNvPr id="129" name="CustomShape 1"/>
          <p:cNvSpPr/>
          <p:nvPr/>
        </p:nvSpPr>
        <p:spPr>
          <a:xfrm>
            <a:off x="0" y="3775680"/>
            <a:ext cx="9140760" cy="428400"/>
          </a:xfrm>
          <a:prstGeom prst="rect">
            <a:avLst/>
          </a:prstGeom>
          <a:solidFill>
            <a:srgbClr val="263238"/>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130" name="CustomShape 2"/>
          <p:cNvSpPr/>
          <p:nvPr/>
        </p:nvSpPr>
        <p:spPr>
          <a:xfrm>
            <a:off x="2513880" y="3715920"/>
            <a:ext cx="4113360" cy="682920"/>
          </a:xfrm>
          <a:prstGeom prst="rect">
            <a:avLst/>
          </a:prstGeom>
          <a:noFill/>
          <a:ln w="0">
            <a:noFill/>
          </a:ln>
        </p:spPr>
        <p:style>
          <a:lnRef idx="0"/>
          <a:fillRef idx="0"/>
          <a:effectRef idx="0"/>
          <a:fontRef idx="minor"/>
        </p:style>
        <p:txBody>
          <a:bodyPr lIns="90000" rIns="90000" tIns="91440" bIns="91440" anchor="t">
            <a:noAutofit/>
          </a:bodyPr>
          <a:p>
            <a:pPr algn="ctr">
              <a:lnSpc>
                <a:spcPct val="100000"/>
              </a:lnSpc>
              <a:spcAft>
                <a:spcPts val="1599"/>
              </a:spcAft>
            </a:pPr>
            <a:r>
              <a:rPr b="0" lang="en" sz="2300" spc="-1" strike="noStrike">
                <a:solidFill>
                  <a:srgbClr val="ffffff"/>
                </a:solidFill>
                <a:latin typeface="Poppins"/>
                <a:ea typeface="Poppins"/>
              </a:rPr>
              <a:t>ITI - Apache Web Server</a:t>
            </a:r>
            <a:endParaRPr b="0" lang="en-US" sz="23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1" name="CustomShape 1"/>
          <p:cNvSpPr/>
          <p:nvPr/>
        </p:nvSpPr>
        <p:spPr>
          <a:xfrm>
            <a:off x="719280" y="2055240"/>
            <a:ext cx="970920" cy="970920"/>
          </a:xfrm>
          <a:prstGeom prst="ellipse">
            <a:avLst/>
          </a:prstGeom>
          <a:noFill/>
          <a:ln w="9360">
            <a:solidFill>
              <a:srgbClr val="263238"/>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32" name="CustomShape 2"/>
          <p:cNvSpPr/>
          <p:nvPr/>
        </p:nvSpPr>
        <p:spPr>
          <a:xfrm>
            <a:off x="719280" y="3434760"/>
            <a:ext cx="970920" cy="970920"/>
          </a:xfrm>
          <a:prstGeom prst="ellipse">
            <a:avLst/>
          </a:prstGeom>
          <a:noFill/>
          <a:ln w="9360">
            <a:solidFill>
              <a:srgbClr val="263238"/>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33" name="CustomShape 3"/>
          <p:cNvSpPr/>
          <p:nvPr/>
        </p:nvSpPr>
        <p:spPr>
          <a:xfrm>
            <a:off x="4702320" y="2055240"/>
            <a:ext cx="970920" cy="970920"/>
          </a:xfrm>
          <a:prstGeom prst="ellipse">
            <a:avLst/>
          </a:prstGeom>
          <a:noFill/>
          <a:ln w="9360">
            <a:solidFill>
              <a:srgbClr val="263238"/>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34" name="CustomShape 4"/>
          <p:cNvSpPr/>
          <p:nvPr/>
        </p:nvSpPr>
        <p:spPr>
          <a:xfrm>
            <a:off x="4702320" y="3434760"/>
            <a:ext cx="970920" cy="970920"/>
          </a:xfrm>
          <a:prstGeom prst="ellipse">
            <a:avLst/>
          </a:prstGeom>
          <a:noFill/>
          <a:ln w="9360">
            <a:solidFill>
              <a:srgbClr val="263238"/>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35" name="CustomShape 5"/>
          <p:cNvSpPr/>
          <p:nvPr/>
        </p:nvSpPr>
        <p:spPr>
          <a:xfrm>
            <a:off x="1759320" y="3543120"/>
            <a:ext cx="2679480" cy="368280"/>
          </a:xfrm>
          <a:prstGeom prst="rect">
            <a:avLst/>
          </a:prstGeom>
          <a:noFill/>
          <a:ln w="0">
            <a:noFill/>
          </a:ln>
        </p:spPr>
        <p:style>
          <a:lnRef idx="0"/>
          <a:fillRef idx="0"/>
          <a:effectRef idx="0"/>
          <a:fontRef idx="minor"/>
        </p:style>
        <p:txBody>
          <a:bodyPr lIns="90000" rIns="90000" tIns="91440" bIns="91440" anchor="t">
            <a:noAutofit/>
          </a:bodyPr>
          <a:p>
            <a:pPr>
              <a:lnSpc>
                <a:spcPct val="100000"/>
              </a:lnSpc>
            </a:pPr>
            <a:r>
              <a:rPr b="0" lang="en" sz="1800" spc="-1" strike="noStrike">
                <a:solidFill>
                  <a:srgbClr val="263238"/>
                </a:solidFill>
                <a:latin typeface="Poppins Black"/>
                <a:ea typeface="Poppins Black"/>
              </a:rPr>
              <a:t>Apache Components</a:t>
            </a:r>
            <a:endParaRPr b="0" lang="en-US" sz="1800" spc="-1" strike="noStrike">
              <a:solidFill>
                <a:srgbClr val="000000"/>
              </a:solidFill>
              <a:latin typeface="Arial"/>
            </a:endParaRPr>
          </a:p>
        </p:txBody>
      </p:sp>
      <p:sp>
        <p:nvSpPr>
          <p:cNvPr id="136" name="CustomShape 6"/>
          <p:cNvSpPr/>
          <p:nvPr/>
        </p:nvSpPr>
        <p:spPr>
          <a:xfrm>
            <a:off x="1759320" y="2164320"/>
            <a:ext cx="2679480" cy="368280"/>
          </a:xfrm>
          <a:prstGeom prst="rect">
            <a:avLst/>
          </a:prstGeom>
          <a:noFill/>
          <a:ln w="0">
            <a:noFill/>
          </a:ln>
        </p:spPr>
        <p:style>
          <a:lnRef idx="0"/>
          <a:fillRef idx="0"/>
          <a:effectRef idx="0"/>
          <a:fontRef idx="minor"/>
        </p:style>
        <p:txBody>
          <a:bodyPr lIns="90000" rIns="90000" tIns="91440" bIns="91440" anchor="t">
            <a:noAutofit/>
          </a:bodyPr>
          <a:p>
            <a:pPr>
              <a:lnSpc>
                <a:spcPct val="100000"/>
              </a:lnSpc>
              <a:spcAft>
                <a:spcPts val="1599"/>
              </a:spcAft>
            </a:pPr>
            <a:r>
              <a:rPr b="0" lang="en" sz="1800" spc="-1" strike="noStrike">
                <a:solidFill>
                  <a:srgbClr val="263238"/>
                </a:solidFill>
                <a:latin typeface="Poppins Black"/>
                <a:ea typeface="Poppins Black"/>
              </a:rPr>
              <a:t>Web Server Fundamentals</a:t>
            </a:r>
            <a:endParaRPr b="0" lang="en-US" sz="1800" spc="-1" strike="noStrike">
              <a:solidFill>
                <a:srgbClr val="000000"/>
              </a:solidFill>
              <a:latin typeface="Arial"/>
            </a:endParaRPr>
          </a:p>
        </p:txBody>
      </p:sp>
      <p:sp>
        <p:nvSpPr>
          <p:cNvPr id="137" name="CustomShape 7"/>
          <p:cNvSpPr/>
          <p:nvPr/>
        </p:nvSpPr>
        <p:spPr>
          <a:xfrm>
            <a:off x="763560" y="2189880"/>
            <a:ext cx="882720" cy="701640"/>
          </a:xfrm>
          <a:prstGeom prst="rect">
            <a:avLst/>
          </a:prstGeom>
          <a:noFill/>
          <a:ln w="0">
            <a:noFill/>
          </a:ln>
        </p:spPr>
        <p:style>
          <a:lnRef idx="0"/>
          <a:fillRef idx="0"/>
          <a:effectRef idx="0"/>
          <a:fontRef idx="minor"/>
        </p:style>
        <p:txBody>
          <a:bodyPr lIns="90000" rIns="90000" tIns="91440" bIns="91440" anchor="ctr">
            <a:noAutofit/>
          </a:bodyPr>
          <a:p>
            <a:pPr algn="ctr">
              <a:lnSpc>
                <a:spcPct val="100000"/>
              </a:lnSpc>
            </a:pPr>
            <a:r>
              <a:rPr b="0" lang="en" sz="4800" spc="-1" strike="noStrike">
                <a:solidFill>
                  <a:srgbClr val="de4c36"/>
                </a:solidFill>
                <a:latin typeface="Poppins Black"/>
                <a:ea typeface="Poppins Black"/>
              </a:rPr>
              <a:t>1</a:t>
            </a:r>
            <a:endParaRPr b="0" lang="en-US" sz="4800" spc="-1" strike="noStrike">
              <a:solidFill>
                <a:srgbClr val="000000"/>
              </a:solidFill>
              <a:latin typeface="Arial"/>
            </a:endParaRPr>
          </a:p>
        </p:txBody>
      </p:sp>
      <p:sp>
        <p:nvSpPr>
          <p:cNvPr id="138" name="CustomShape 8"/>
          <p:cNvSpPr/>
          <p:nvPr/>
        </p:nvSpPr>
        <p:spPr>
          <a:xfrm>
            <a:off x="4746240" y="2189880"/>
            <a:ext cx="882720" cy="701640"/>
          </a:xfrm>
          <a:prstGeom prst="rect">
            <a:avLst/>
          </a:prstGeom>
          <a:noFill/>
          <a:ln w="0">
            <a:noFill/>
          </a:ln>
        </p:spPr>
        <p:style>
          <a:lnRef idx="0"/>
          <a:fillRef idx="0"/>
          <a:effectRef idx="0"/>
          <a:fontRef idx="minor"/>
        </p:style>
        <p:txBody>
          <a:bodyPr lIns="90000" rIns="90000" tIns="91440" bIns="91440" anchor="ctr">
            <a:noAutofit/>
          </a:bodyPr>
          <a:p>
            <a:pPr algn="ctr">
              <a:lnSpc>
                <a:spcPct val="100000"/>
              </a:lnSpc>
            </a:pPr>
            <a:r>
              <a:rPr b="0" lang="en" sz="4800" spc="-1" strike="noStrike">
                <a:solidFill>
                  <a:srgbClr val="de4c36"/>
                </a:solidFill>
                <a:latin typeface="Poppins Black"/>
                <a:ea typeface="Poppins Black"/>
              </a:rPr>
              <a:t>2</a:t>
            </a:r>
            <a:endParaRPr b="0" lang="en-US" sz="4800" spc="-1" strike="noStrike">
              <a:solidFill>
                <a:srgbClr val="000000"/>
              </a:solidFill>
              <a:latin typeface="Arial"/>
            </a:endParaRPr>
          </a:p>
        </p:txBody>
      </p:sp>
      <p:sp>
        <p:nvSpPr>
          <p:cNvPr id="139" name="CustomShape 9"/>
          <p:cNvSpPr/>
          <p:nvPr/>
        </p:nvSpPr>
        <p:spPr>
          <a:xfrm>
            <a:off x="5742000" y="2164320"/>
            <a:ext cx="2679480" cy="368280"/>
          </a:xfrm>
          <a:prstGeom prst="rect">
            <a:avLst/>
          </a:prstGeom>
          <a:noFill/>
          <a:ln w="0">
            <a:noFill/>
          </a:ln>
        </p:spPr>
        <p:style>
          <a:lnRef idx="0"/>
          <a:fillRef idx="0"/>
          <a:effectRef idx="0"/>
          <a:fontRef idx="minor"/>
        </p:style>
        <p:txBody>
          <a:bodyPr lIns="90000" rIns="90000" tIns="91440" bIns="91440" anchor="t">
            <a:noAutofit/>
          </a:bodyPr>
          <a:p>
            <a:pPr>
              <a:lnSpc>
                <a:spcPct val="100000"/>
              </a:lnSpc>
            </a:pPr>
            <a:r>
              <a:rPr b="0" lang="en" sz="1800" spc="-1" strike="noStrike">
                <a:solidFill>
                  <a:srgbClr val="263238"/>
                </a:solidFill>
                <a:latin typeface="Poppins Black"/>
                <a:ea typeface="Poppins Black"/>
              </a:rPr>
              <a:t>Apache </a:t>
            </a:r>
            <a:endParaRPr b="0" lang="en-US" sz="1800" spc="-1" strike="noStrike">
              <a:solidFill>
                <a:srgbClr val="000000"/>
              </a:solidFill>
              <a:latin typeface="Arial"/>
            </a:endParaRPr>
          </a:p>
          <a:p>
            <a:pPr>
              <a:lnSpc>
                <a:spcPct val="100000"/>
              </a:lnSpc>
            </a:pPr>
            <a:r>
              <a:rPr b="0" lang="en" sz="1800" spc="-1" strike="noStrike">
                <a:solidFill>
                  <a:srgbClr val="263238"/>
                </a:solidFill>
                <a:latin typeface="Poppins Black"/>
                <a:ea typeface="Poppins Black"/>
              </a:rPr>
              <a:t>Web Server</a:t>
            </a:r>
            <a:endParaRPr b="0" lang="en-US" sz="1800" spc="-1" strike="noStrike">
              <a:solidFill>
                <a:srgbClr val="000000"/>
              </a:solidFill>
              <a:latin typeface="Arial"/>
            </a:endParaRPr>
          </a:p>
        </p:txBody>
      </p:sp>
      <p:sp>
        <p:nvSpPr>
          <p:cNvPr id="140" name="CustomShape 10"/>
          <p:cNvSpPr/>
          <p:nvPr/>
        </p:nvSpPr>
        <p:spPr>
          <a:xfrm>
            <a:off x="4746240" y="3569400"/>
            <a:ext cx="882720" cy="701640"/>
          </a:xfrm>
          <a:prstGeom prst="rect">
            <a:avLst/>
          </a:prstGeom>
          <a:noFill/>
          <a:ln w="0">
            <a:noFill/>
          </a:ln>
        </p:spPr>
        <p:style>
          <a:lnRef idx="0"/>
          <a:fillRef idx="0"/>
          <a:effectRef idx="0"/>
          <a:fontRef idx="minor"/>
        </p:style>
        <p:txBody>
          <a:bodyPr lIns="90000" rIns="90000" tIns="91440" bIns="91440" anchor="ctr">
            <a:noAutofit/>
          </a:bodyPr>
          <a:p>
            <a:pPr algn="ctr">
              <a:lnSpc>
                <a:spcPct val="100000"/>
              </a:lnSpc>
            </a:pPr>
            <a:r>
              <a:rPr b="0" lang="en" sz="4800" spc="-1" strike="noStrike">
                <a:solidFill>
                  <a:srgbClr val="de4c36"/>
                </a:solidFill>
                <a:latin typeface="Poppins Black"/>
                <a:ea typeface="Poppins Black"/>
              </a:rPr>
              <a:t>4</a:t>
            </a:r>
            <a:endParaRPr b="0" lang="en-US" sz="4800" spc="-1" strike="noStrike">
              <a:solidFill>
                <a:srgbClr val="000000"/>
              </a:solidFill>
              <a:latin typeface="Arial"/>
            </a:endParaRPr>
          </a:p>
        </p:txBody>
      </p:sp>
      <p:sp>
        <p:nvSpPr>
          <p:cNvPr id="141" name="CustomShape 11"/>
          <p:cNvSpPr/>
          <p:nvPr/>
        </p:nvSpPr>
        <p:spPr>
          <a:xfrm>
            <a:off x="5742000" y="3543120"/>
            <a:ext cx="2679480" cy="368280"/>
          </a:xfrm>
          <a:prstGeom prst="rect">
            <a:avLst/>
          </a:prstGeom>
          <a:noFill/>
          <a:ln w="0">
            <a:noFill/>
          </a:ln>
        </p:spPr>
        <p:style>
          <a:lnRef idx="0"/>
          <a:fillRef idx="0"/>
          <a:effectRef idx="0"/>
          <a:fontRef idx="minor"/>
        </p:style>
        <p:txBody>
          <a:bodyPr lIns="90000" rIns="90000" tIns="91440" bIns="91440" anchor="t">
            <a:noAutofit/>
          </a:bodyPr>
          <a:p>
            <a:pPr>
              <a:lnSpc>
                <a:spcPct val="100000"/>
              </a:lnSpc>
            </a:pPr>
            <a:r>
              <a:rPr b="0" lang="en" sz="1800" spc="-1" strike="noStrike">
                <a:solidFill>
                  <a:srgbClr val="263238"/>
                </a:solidFill>
                <a:latin typeface="Poppins Black"/>
                <a:ea typeface="Poppins Black"/>
              </a:rPr>
              <a:t>Apache </a:t>
            </a:r>
            <a:endParaRPr b="0" lang="en-US" sz="1800" spc="-1" strike="noStrike">
              <a:solidFill>
                <a:srgbClr val="000000"/>
              </a:solidFill>
              <a:latin typeface="Arial"/>
            </a:endParaRPr>
          </a:p>
          <a:p>
            <a:pPr>
              <a:lnSpc>
                <a:spcPct val="100000"/>
              </a:lnSpc>
            </a:pPr>
            <a:r>
              <a:rPr b="0" lang="en" sz="1800" spc="-1" strike="noStrike">
                <a:solidFill>
                  <a:srgbClr val="263238"/>
                </a:solidFill>
                <a:latin typeface="Poppins Black"/>
                <a:ea typeface="Poppins Black"/>
              </a:rPr>
              <a:t>Demo</a:t>
            </a:r>
            <a:endParaRPr b="0" lang="en-US" sz="1800" spc="-1" strike="noStrike">
              <a:solidFill>
                <a:srgbClr val="000000"/>
              </a:solidFill>
              <a:latin typeface="Arial"/>
            </a:endParaRPr>
          </a:p>
        </p:txBody>
      </p:sp>
      <p:sp>
        <p:nvSpPr>
          <p:cNvPr id="142" name="CustomShape 12"/>
          <p:cNvSpPr/>
          <p:nvPr/>
        </p:nvSpPr>
        <p:spPr>
          <a:xfrm>
            <a:off x="763560" y="3569400"/>
            <a:ext cx="882720" cy="701640"/>
          </a:xfrm>
          <a:prstGeom prst="rect">
            <a:avLst/>
          </a:prstGeom>
          <a:noFill/>
          <a:ln w="0">
            <a:noFill/>
          </a:ln>
        </p:spPr>
        <p:style>
          <a:lnRef idx="0"/>
          <a:fillRef idx="0"/>
          <a:effectRef idx="0"/>
          <a:fontRef idx="minor"/>
        </p:style>
        <p:txBody>
          <a:bodyPr lIns="90000" rIns="90000" tIns="91440" bIns="91440" anchor="ctr">
            <a:noAutofit/>
          </a:bodyPr>
          <a:p>
            <a:pPr algn="ctr">
              <a:lnSpc>
                <a:spcPct val="100000"/>
              </a:lnSpc>
            </a:pPr>
            <a:r>
              <a:rPr b="0" lang="en" sz="4800" spc="-1" strike="noStrike">
                <a:solidFill>
                  <a:srgbClr val="de4c36"/>
                </a:solidFill>
                <a:latin typeface="Poppins Black"/>
                <a:ea typeface="Poppins Black"/>
              </a:rPr>
              <a:t>3</a:t>
            </a:r>
            <a:endParaRPr b="0" lang="en-US" sz="4800" spc="-1" strike="noStrike">
              <a:solidFill>
                <a:srgbClr val="000000"/>
              </a:solidFill>
              <a:latin typeface="Arial"/>
            </a:endParaRPr>
          </a:p>
        </p:txBody>
      </p:sp>
      <p:sp>
        <p:nvSpPr>
          <p:cNvPr id="143" name="CustomShape 13"/>
          <p:cNvSpPr/>
          <p:nvPr/>
        </p:nvSpPr>
        <p:spPr>
          <a:xfrm>
            <a:off x="720000" y="972360"/>
            <a:ext cx="4539960" cy="269280"/>
          </a:xfrm>
          <a:prstGeom prst="roundRect">
            <a:avLst>
              <a:gd name="adj" fmla="val 50000"/>
            </a:avLst>
          </a:prstGeom>
          <a:solidFill>
            <a:srgbClr val="de4c36">
              <a:alpha val="51000"/>
            </a:srgbClr>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144" name="CustomShape 14"/>
          <p:cNvSpPr/>
          <p:nvPr/>
        </p:nvSpPr>
        <p:spPr>
          <a:xfrm>
            <a:off x="832320" y="400680"/>
            <a:ext cx="4363560" cy="609480"/>
          </a:xfrm>
          <a:prstGeom prst="rect">
            <a:avLst/>
          </a:prstGeom>
          <a:noFill/>
          <a:ln w="0">
            <a:noFill/>
          </a:ln>
        </p:spPr>
        <p:style>
          <a:lnRef idx="0"/>
          <a:fillRef idx="0"/>
          <a:effectRef idx="0"/>
          <a:fontRef idx="minor"/>
        </p:style>
        <p:txBody>
          <a:bodyPr lIns="90000" rIns="90000" tIns="91440" bIns="91440" anchor="t">
            <a:noAutofit/>
          </a:bodyPr>
          <a:p>
            <a:pPr>
              <a:lnSpc>
                <a:spcPct val="100000"/>
              </a:lnSpc>
            </a:pPr>
            <a:r>
              <a:rPr b="0" lang="en" sz="4500" spc="-1" strike="noStrike">
                <a:solidFill>
                  <a:srgbClr val="263238"/>
                </a:solidFill>
                <a:latin typeface="Poppins Black"/>
                <a:ea typeface="Poppins Black"/>
              </a:rPr>
              <a:t>Content</a:t>
            </a:r>
            <a:endParaRPr b="0" lang="en-US" sz="4500" spc="-1" strike="noStrike">
              <a:solidFill>
                <a:srgbClr val="000000"/>
              </a:solidFill>
              <a:latin typeface="Arial"/>
            </a:endParaRPr>
          </a:p>
        </p:txBody>
      </p:sp>
      <p:pic>
        <p:nvPicPr>
          <p:cNvPr id="145" name="Google Shape;228;p37" descr=""/>
          <p:cNvPicPr/>
          <p:nvPr/>
        </p:nvPicPr>
        <p:blipFill>
          <a:blip r:embed="rId1"/>
          <a:srcRect l="2303" t="10486" r="76242" b="9095"/>
          <a:stretch/>
        </p:blipFill>
        <p:spPr>
          <a:xfrm>
            <a:off x="7262280" y="160920"/>
            <a:ext cx="830520" cy="1530360"/>
          </a:xfrm>
          <a:prstGeom prst="rect">
            <a:avLst/>
          </a:prstGeom>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6" name="CustomShape 1"/>
          <p:cNvSpPr/>
          <p:nvPr/>
        </p:nvSpPr>
        <p:spPr>
          <a:xfrm>
            <a:off x="1508760" y="2097720"/>
            <a:ext cx="3317400" cy="269280"/>
          </a:xfrm>
          <a:prstGeom prst="roundRect">
            <a:avLst>
              <a:gd name="adj" fmla="val 50000"/>
            </a:avLst>
          </a:prstGeom>
          <a:solidFill>
            <a:srgbClr val="de4c36">
              <a:alpha val="51000"/>
            </a:srgbClr>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147" name="CustomShape 2"/>
          <p:cNvSpPr/>
          <p:nvPr/>
        </p:nvSpPr>
        <p:spPr>
          <a:xfrm>
            <a:off x="1452600" y="1643040"/>
            <a:ext cx="4188240" cy="721800"/>
          </a:xfrm>
          <a:prstGeom prst="rect">
            <a:avLst/>
          </a:prstGeom>
          <a:noFill/>
          <a:ln w="0">
            <a:noFill/>
          </a:ln>
        </p:spPr>
        <p:style>
          <a:lnRef idx="0"/>
          <a:fillRef idx="0"/>
          <a:effectRef idx="0"/>
          <a:fontRef idx="minor"/>
        </p:style>
        <p:txBody>
          <a:bodyPr lIns="90000" rIns="90000" tIns="91440" bIns="91440" anchor="t">
            <a:noAutofit/>
          </a:bodyPr>
          <a:p>
            <a:pPr>
              <a:lnSpc>
                <a:spcPct val="100000"/>
              </a:lnSpc>
            </a:pPr>
            <a:r>
              <a:rPr b="0" lang="en" sz="4000" spc="-1" strike="noStrike">
                <a:solidFill>
                  <a:srgbClr val="263238"/>
                </a:solidFill>
                <a:latin typeface="Poppins Black"/>
                <a:ea typeface="Poppins Black"/>
              </a:rPr>
              <a:t>Web Server Fundamentals</a:t>
            </a:r>
            <a:br>
              <a:rPr sz="1800"/>
            </a:br>
            <a:br>
              <a:rPr sz="4000"/>
            </a:br>
            <a:endParaRPr b="0" lang="en-US" sz="4000" spc="-1" strike="noStrike">
              <a:solidFill>
                <a:srgbClr val="000000"/>
              </a:solidFill>
              <a:latin typeface="Arial"/>
            </a:endParaRPr>
          </a:p>
        </p:txBody>
      </p:sp>
      <p:grpSp>
        <p:nvGrpSpPr>
          <p:cNvPr id="148" name="Group 3"/>
          <p:cNvGrpSpPr/>
          <p:nvPr/>
        </p:nvGrpSpPr>
        <p:grpSpPr>
          <a:xfrm>
            <a:off x="5500800" y="433800"/>
            <a:ext cx="3201840" cy="3139920"/>
            <a:chOff x="5500800" y="433800"/>
            <a:chExt cx="3201840" cy="3139920"/>
          </a:xfrm>
        </p:grpSpPr>
        <p:sp>
          <p:nvSpPr>
            <p:cNvPr id="149" name="CustomShape 4"/>
            <p:cNvSpPr/>
            <p:nvPr/>
          </p:nvSpPr>
          <p:spPr>
            <a:xfrm>
              <a:off x="5562720" y="433800"/>
              <a:ext cx="3139920" cy="3139920"/>
            </a:xfrm>
            <a:prstGeom prst="ellipse">
              <a:avLst/>
            </a:prstGeom>
            <a:solidFill>
              <a:srgbClr val="ffffff"/>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grpSp>
          <p:nvGrpSpPr>
            <p:cNvPr id="150" name="Group 5"/>
            <p:cNvGrpSpPr/>
            <p:nvPr/>
          </p:nvGrpSpPr>
          <p:grpSpPr>
            <a:xfrm>
              <a:off x="5500800" y="540000"/>
              <a:ext cx="2919960" cy="2851560"/>
              <a:chOff x="5500800" y="540000"/>
              <a:chExt cx="2919960" cy="2851560"/>
            </a:xfrm>
          </p:grpSpPr>
          <p:sp>
            <p:nvSpPr>
              <p:cNvPr id="151" name="CustomShape 6"/>
              <p:cNvSpPr/>
              <p:nvPr/>
            </p:nvSpPr>
            <p:spPr>
              <a:xfrm>
                <a:off x="7018560" y="3226320"/>
                <a:ext cx="280440" cy="99720"/>
              </a:xfrm>
              <a:custGeom>
                <a:avLst/>
                <a:gdLst>
                  <a:gd name="textAreaLeft" fmla="*/ 0 w 280440"/>
                  <a:gd name="textAreaRight" fmla="*/ 281520 w 280440"/>
                  <a:gd name="textAreaTop" fmla="*/ 0 h 99720"/>
                  <a:gd name="textAreaBottom" fmla="*/ 100800 h 99720"/>
                </a:gdLst>
                <a:ahLst/>
                <a:rect l="textAreaLeft" t="textAreaTop" r="textAreaRight" b="textAreaBottom"/>
                <a:pathLst>
                  <a:path w="6072" h="2203">
                    <a:moveTo>
                      <a:pt x="5938" y="1"/>
                    </a:moveTo>
                    <a:lnTo>
                      <a:pt x="1" y="1802"/>
                    </a:lnTo>
                    <a:lnTo>
                      <a:pt x="134" y="2202"/>
                    </a:lnTo>
                    <a:lnTo>
                      <a:pt x="6072" y="401"/>
                    </a:lnTo>
                    <a:lnTo>
                      <a:pt x="5938" y="1"/>
                    </a:lnTo>
                    <a:close/>
                  </a:path>
                </a:pathLst>
              </a:custGeom>
              <a:solidFill>
                <a:srgbClr val="de4c36"/>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152" name="CustomShape 7"/>
              <p:cNvSpPr/>
              <p:nvPr/>
            </p:nvSpPr>
            <p:spPr>
              <a:xfrm>
                <a:off x="7376760" y="3157920"/>
                <a:ext cx="149400" cy="60480"/>
              </a:xfrm>
              <a:custGeom>
                <a:avLst/>
                <a:gdLst>
                  <a:gd name="textAreaLeft" fmla="*/ 0 w 149400"/>
                  <a:gd name="textAreaRight" fmla="*/ 150480 w 149400"/>
                  <a:gd name="textAreaTop" fmla="*/ 0 h 60480"/>
                  <a:gd name="textAreaBottom" fmla="*/ 61560 h 60480"/>
                </a:gdLst>
                <a:ahLst/>
                <a:rect l="textAreaLeft" t="textAreaTop" r="textAreaRight" b="textAreaBottom"/>
                <a:pathLst>
                  <a:path w="3270" h="1368">
                    <a:moveTo>
                      <a:pt x="3170" y="0"/>
                    </a:moveTo>
                    <a:lnTo>
                      <a:pt x="1" y="967"/>
                    </a:lnTo>
                    <a:lnTo>
                      <a:pt x="101" y="1368"/>
                    </a:lnTo>
                    <a:lnTo>
                      <a:pt x="3270" y="400"/>
                    </a:lnTo>
                    <a:lnTo>
                      <a:pt x="3170" y="0"/>
                    </a:lnTo>
                    <a:close/>
                  </a:path>
                </a:pathLst>
              </a:custGeom>
              <a:solidFill>
                <a:srgbClr val="de4c36"/>
              </a:solidFill>
              <a:ln w="0">
                <a:noFill/>
              </a:ln>
            </p:spPr>
            <p:style>
              <a:lnRef idx="0"/>
              <a:fillRef idx="0"/>
              <a:effectRef idx="0"/>
              <a:fontRef idx="minor"/>
            </p:style>
            <p:txBody>
              <a:bodyPr lIns="90000" rIns="90000" tIns="16560" bIns="16560" anchor="t">
                <a:noAutofit/>
              </a:bodyPr>
              <a:p>
                <a:pPr>
                  <a:lnSpc>
                    <a:spcPct val="100000"/>
                  </a:lnSpc>
                </a:pPr>
                <a:endParaRPr b="0" lang="en-US" sz="1800" spc="-1" strike="noStrike">
                  <a:solidFill>
                    <a:srgbClr val="ffffff"/>
                  </a:solidFill>
                  <a:latin typeface="Arial"/>
                  <a:ea typeface="DejaVu Sans"/>
                </a:endParaRPr>
              </a:p>
            </p:txBody>
          </p:sp>
          <p:sp>
            <p:nvSpPr>
              <p:cNvPr id="153" name="CustomShape 8"/>
              <p:cNvSpPr/>
              <p:nvPr/>
            </p:nvSpPr>
            <p:spPr>
              <a:xfrm>
                <a:off x="6152400" y="1816200"/>
                <a:ext cx="1744920" cy="1575360"/>
              </a:xfrm>
              <a:custGeom>
                <a:avLst/>
                <a:gdLst>
                  <a:gd name="textAreaLeft" fmla="*/ 0 w 1744920"/>
                  <a:gd name="textAreaRight" fmla="*/ 1746000 w 1744920"/>
                  <a:gd name="textAreaTop" fmla="*/ 0 h 1575360"/>
                  <a:gd name="textAreaBottom" fmla="*/ 1576440 h 1575360"/>
                </a:gdLst>
                <a:ahLst/>
                <a:rect l="textAreaLeft" t="textAreaTop" r="textAreaRight" b="textAreaBottom"/>
                <a:pathLst>
                  <a:path w="37427" h="33792">
                    <a:moveTo>
                      <a:pt x="29922" y="1"/>
                    </a:moveTo>
                    <a:lnTo>
                      <a:pt x="0" y="9107"/>
                    </a:lnTo>
                    <a:lnTo>
                      <a:pt x="7506" y="33791"/>
                    </a:lnTo>
                    <a:lnTo>
                      <a:pt x="37427" y="24652"/>
                    </a:lnTo>
                    <a:lnTo>
                      <a:pt x="29922" y="1"/>
                    </a:lnTo>
                    <a:close/>
                  </a:path>
                </a:pathLst>
              </a:custGeom>
              <a:solidFill>
                <a:srgbClr val="de4c36">
                  <a:alpha val="51000"/>
                </a:srgbClr>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154" name="CustomShape 9"/>
              <p:cNvSpPr/>
              <p:nvPr/>
            </p:nvSpPr>
            <p:spPr>
              <a:xfrm>
                <a:off x="7549920" y="1657440"/>
                <a:ext cx="870840" cy="1308600"/>
              </a:xfrm>
              <a:custGeom>
                <a:avLst/>
                <a:gdLst>
                  <a:gd name="textAreaLeft" fmla="*/ 0 w 870840"/>
                  <a:gd name="textAreaRight" fmla="*/ 871920 w 870840"/>
                  <a:gd name="textAreaTop" fmla="*/ 0 h 1308600"/>
                  <a:gd name="textAreaBottom" fmla="*/ 1309680 h 1308600"/>
                </a:gdLst>
                <a:ahLst/>
                <a:rect l="textAreaLeft" t="textAreaTop" r="textAreaRight" b="textAreaBottom"/>
                <a:pathLst>
                  <a:path w="18714" h="28087">
                    <a:moveTo>
                      <a:pt x="11175" y="0"/>
                    </a:moveTo>
                    <a:lnTo>
                      <a:pt x="1" y="3403"/>
                    </a:lnTo>
                    <a:lnTo>
                      <a:pt x="7506" y="28087"/>
                    </a:lnTo>
                    <a:lnTo>
                      <a:pt x="18714" y="24651"/>
                    </a:lnTo>
                    <a:lnTo>
                      <a:pt x="11175" y="0"/>
                    </a:lnTo>
                    <a:close/>
                  </a:path>
                </a:pathLst>
              </a:custGeom>
              <a:solidFill>
                <a:srgbClr val="80ed99"/>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55" name="CustomShape 10"/>
              <p:cNvSpPr/>
              <p:nvPr/>
            </p:nvSpPr>
            <p:spPr>
              <a:xfrm>
                <a:off x="7549920" y="1657440"/>
                <a:ext cx="870840" cy="1308600"/>
              </a:xfrm>
              <a:custGeom>
                <a:avLst/>
                <a:gdLst>
                  <a:gd name="textAreaLeft" fmla="*/ 0 w 870840"/>
                  <a:gd name="textAreaRight" fmla="*/ 871920 w 870840"/>
                  <a:gd name="textAreaTop" fmla="*/ 0 h 1308600"/>
                  <a:gd name="textAreaBottom" fmla="*/ 1309680 h 1308600"/>
                </a:gdLst>
                <a:ahLst/>
                <a:rect l="textAreaLeft" t="textAreaTop" r="textAreaRight" b="textAreaBottom"/>
                <a:pathLst>
                  <a:path w="18714" h="28087">
                    <a:moveTo>
                      <a:pt x="11175" y="0"/>
                    </a:moveTo>
                    <a:lnTo>
                      <a:pt x="1" y="3403"/>
                    </a:lnTo>
                    <a:lnTo>
                      <a:pt x="7506" y="28087"/>
                    </a:lnTo>
                    <a:lnTo>
                      <a:pt x="18714" y="24651"/>
                    </a:lnTo>
                    <a:lnTo>
                      <a:pt x="11175" y="0"/>
                    </a:lnTo>
                    <a:close/>
                  </a:path>
                </a:pathLst>
              </a:custGeom>
              <a:solidFill>
                <a:srgbClr val="de4c36"/>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156" name="CustomShape 11"/>
              <p:cNvSpPr/>
              <p:nvPr/>
            </p:nvSpPr>
            <p:spPr>
              <a:xfrm>
                <a:off x="7395480" y="2279160"/>
                <a:ext cx="750960" cy="554760"/>
              </a:xfrm>
              <a:custGeom>
                <a:avLst/>
                <a:gdLst>
                  <a:gd name="textAreaLeft" fmla="*/ 0 w 750960"/>
                  <a:gd name="textAreaRight" fmla="*/ 752040 w 750960"/>
                  <a:gd name="textAreaTop" fmla="*/ 0 h 554760"/>
                  <a:gd name="textAreaBottom" fmla="*/ 555840 h 554760"/>
                </a:gdLst>
                <a:ahLst/>
                <a:rect l="textAreaLeft" t="textAreaTop" r="textAreaRight" b="textAreaBottom"/>
                <a:pathLst>
                  <a:path w="16146" h="11943">
                    <a:moveTo>
                      <a:pt x="13810" y="1"/>
                    </a:moveTo>
                    <a:lnTo>
                      <a:pt x="0" y="4170"/>
                    </a:lnTo>
                    <a:lnTo>
                      <a:pt x="2335" y="11943"/>
                    </a:lnTo>
                    <a:lnTo>
                      <a:pt x="16145" y="7773"/>
                    </a:lnTo>
                    <a:lnTo>
                      <a:pt x="13810" y="1"/>
                    </a:lnTo>
                    <a:close/>
                  </a:path>
                </a:pathLst>
              </a:custGeom>
              <a:solidFill>
                <a:srgbClr val="1a2327">
                  <a:alpha val="13000"/>
                </a:srgbClr>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157" name="CustomShape 12"/>
              <p:cNvSpPr/>
              <p:nvPr/>
            </p:nvSpPr>
            <p:spPr>
              <a:xfrm>
                <a:off x="6354720" y="2275920"/>
                <a:ext cx="313200" cy="313200"/>
              </a:xfrm>
              <a:custGeom>
                <a:avLst/>
                <a:gdLst>
                  <a:gd name="textAreaLeft" fmla="*/ 0 w 313200"/>
                  <a:gd name="textAreaRight" fmla="*/ 314280 w 313200"/>
                  <a:gd name="textAreaTop" fmla="*/ 0 h 313200"/>
                  <a:gd name="textAreaBottom" fmla="*/ 314280 h 313200"/>
                </a:gdLst>
                <a:ahLst/>
                <a:rect l="textAreaLeft" t="textAreaTop" r="textAreaRight" b="textAreaBottom"/>
                <a:pathLst>
                  <a:path w="6773" h="6773">
                    <a:moveTo>
                      <a:pt x="5204" y="1"/>
                    </a:moveTo>
                    <a:lnTo>
                      <a:pt x="1" y="1602"/>
                    </a:lnTo>
                    <a:lnTo>
                      <a:pt x="1602" y="6772"/>
                    </a:lnTo>
                    <a:lnTo>
                      <a:pt x="6772" y="5205"/>
                    </a:lnTo>
                    <a:lnTo>
                      <a:pt x="5204" y="1"/>
                    </a:lnTo>
                    <a:close/>
                  </a:path>
                </a:pathLst>
              </a:custGeom>
              <a:solidFill>
                <a:srgbClr val="1a2327">
                  <a:alpha val="13000"/>
                </a:srgbClr>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158" name="CustomShape 13"/>
              <p:cNvSpPr/>
              <p:nvPr/>
            </p:nvSpPr>
            <p:spPr>
              <a:xfrm>
                <a:off x="6652440" y="2185560"/>
                <a:ext cx="311760" cy="313200"/>
              </a:xfrm>
              <a:custGeom>
                <a:avLst/>
                <a:gdLst>
                  <a:gd name="textAreaLeft" fmla="*/ 0 w 311760"/>
                  <a:gd name="textAreaRight" fmla="*/ 312840 w 311760"/>
                  <a:gd name="textAreaTop" fmla="*/ 0 h 313200"/>
                  <a:gd name="textAreaBottom" fmla="*/ 314280 h 313200"/>
                </a:gdLst>
                <a:ahLst/>
                <a:rect l="textAreaLeft" t="textAreaTop" r="textAreaRight" b="textAreaBottom"/>
                <a:pathLst>
                  <a:path w="6740" h="6772">
                    <a:moveTo>
                      <a:pt x="5171" y="0"/>
                    </a:moveTo>
                    <a:lnTo>
                      <a:pt x="1" y="1601"/>
                    </a:lnTo>
                    <a:lnTo>
                      <a:pt x="1569" y="6772"/>
                    </a:lnTo>
                    <a:lnTo>
                      <a:pt x="6739" y="5204"/>
                    </a:lnTo>
                    <a:lnTo>
                      <a:pt x="5171" y="0"/>
                    </a:lnTo>
                    <a:close/>
                  </a:path>
                </a:pathLst>
              </a:custGeom>
              <a:solidFill>
                <a:srgbClr val="1a2327">
                  <a:alpha val="13000"/>
                </a:srgbClr>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159" name="CustomShape 14"/>
              <p:cNvSpPr/>
              <p:nvPr/>
            </p:nvSpPr>
            <p:spPr>
              <a:xfrm>
                <a:off x="6644520" y="612720"/>
                <a:ext cx="428400" cy="630360"/>
              </a:xfrm>
              <a:custGeom>
                <a:avLst/>
                <a:gdLst>
                  <a:gd name="textAreaLeft" fmla="*/ 0 w 428400"/>
                  <a:gd name="textAreaRight" fmla="*/ 429480 w 428400"/>
                  <a:gd name="textAreaTop" fmla="*/ 0 h 630360"/>
                  <a:gd name="textAreaBottom" fmla="*/ 631440 h 630360"/>
                </a:gdLst>
                <a:ahLst/>
                <a:rect l="textAreaLeft" t="textAreaTop" r="textAreaRight" b="textAreaBottom"/>
                <a:pathLst>
                  <a:path w="9241" h="13566">
                    <a:moveTo>
                      <a:pt x="4145" y="1"/>
                    </a:moveTo>
                    <a:cubicBezTo>
                      <a:pt x="3944" y="1"/>
                      <a:pt x="3740" y="17"/>
                      <a:pt x="3536" y="49"/>
                    </a:cubicBezTo>
                    <a:cubicBezTo>
                      <a:pt x="1434" y="383"/>
                      <a:pt x="0" y="2384"/>
                      <a:pt x="334" y="4486"/>
                    </a:cubicBezTo>
                    <a:lnTo>
                      <a:pt x="1268" y="10323"/>
                    </a:lnTo>
                    <a:cubicBezTo>
                      <a:pt x="1571" y="12234"/>
                      <a:pt x="3226" y="13566"/>
                      <a:pt x="5129" y="13566"/>
                    </a:cubicBezTo>
                    <a:cubicBezTo>
                      <a:pt x="5318" y="13566"/>
                      <a:pt x="5511" y="13553"/>
                      <a:pt x="5704" y="13525"/>
                    </a:cubicBezTo>
                    <a:cubicBezTo>
                      <a:pt x="7806" y="13159"/>
                      <a:pt x="9240" y="11190"/>
                      <a:pt x="8906" y="9089"/>
                    </a:cubicBezTo>
                    <a:lnTo>
                      <a:pt x="7972" y="3251"/>
                    </a:lnTo>
                    <a:cubicBezTo>
                      <a:pt x="7671" y="1354"/>
                      <a:pt x="6011" y="1"/>
                      <a:pt x="4145" y="1"/>
                    </a:cubicBezTo>
                    <a:close/>
                  </a:path>
                </a:pathLst>
              </a:custGeom>
              <a:solidFill>
                <a:srgbClr val="de4c36">
                  <a:alpha val="51000"/>
                </a:srgbClr>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160" name="CustomShape 15"/>
              <p:cNvSpPr/>
              <p:nvPr/>
            </p:nvSpPr>
            <p:spPr>
              <a:xfrm>
                <a:off x="6734880" y="806400"/>
                <a:ext cx="271440" cy="227880"/>
              </a:xfrm>
              <a:custGeom>
                <a:avLst/>
                <a:gdLst>
                  <a:gd name="textAreaLeft" fmla="*/ 0 w 271440"/>
                  <a:gd name="textAreaRight" fmla="*/ 272520 w 271440"/>
                  <a:gd name="textAreaTop" fmla="*/ 0 h 227880"/>
                  <a:gd name="textAreaBottom" fmla="*/ 228960 h 227880"/>
                </a:gdLst>
                <a:ahLst/>
                <a:rect l="textAreaLeft" t="textAreaTop" r="textAreaRight" b="textAreaBottom"/>
                <a:pathLst>
                  <a:path w="5884" h="4946">
                    <a:moveTo>
                      <a:pt x="2699" y="1"/>
                    </a:moveTo>
                    <a:cubicBezTo>
                      <a:pt x="2559" y="1"/>
                      <a:pt x="2416" y="13"/>
                      <a:pt x="2269" y="37"/>
                    </a:cubicBezTo>
                    <a:cubicBezTo>
                      <a:pt x="901" y="238"/>
                      <a:pt x="1" y="1539"/>
                      <a:pt x="201" y="2873"/>
                    </a:cubicBezTo>
                    <a:cubicBezTo>
                      <a:pt x="423" y="4183"/>
                      <a:pt x="1534" y="4946"/>
                      <a:pt x="2666" y="4946"/>
                    </a:cubicBezTo>
                    <a:cubicBezTo>
                      <a:pt x="3407" y="4946"/>
                      <a:pt x="4156" y="4619"/>
                      <a:pt x="4671" y="3907"/>
                    </a:cubicBezTo>
                    <a:cubicBezTo>
                      <a:pt x="5884" y="2258"/>
                      <a:pt x="4632" y="1"/>
                      <a:pt x="2699" y="1"/>
                    </a:cubicBezTo>
                    <a:close/>
                  </a:path>
                </a:pathLst>
              </a:custGeom>
              <a:solidFill>
                <a:srgbClr val="de4c36"/>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161" name="CustomShape 16"/>
              <p:cNvSpPr/>
              <p:nvPr/>
            </p:nvSpPr>
            <p:spPr>
              <a:xfrm>
                <a:off x="6778440" y="847440"/>
                <a:ext cx="174960" cy="147600"/>
              </a:xfrm>
              <a:custGeom>
                <a:avLst/>
                <a:gdLst>
                  <a:gd name="textAreaLeft" fmla="*/ 0 w 174960"/>
                  <a:gd name="textAreaRight" fmla="*/ 176040 w 174960"/>
                  <a:gd name="textAreaTop" fmla="*/ 0 h 147600"/>
                  <a:gd name="textAreaBottom" fmla="*/ 148680 h 147600"/>
                </a:gdLst>
                <a:ahLst/>
                <a:rect l="textAreaLeft" t="textAreaTop" r="textAreaRight" b="textAreaBottom"/>
                <a:pathLst>
                  <a:path w="3815" h="3230">
                    <a:moveTo>
                      <a:pt x="1748" y="1"/>
                    </a:moveTo>
                    <a:cubicBezTo>
                      <a:pt x="1657" y="1"/>
                      <a:pt x="1564" y="8"/>
                      <a:pt x="1469" y="24"/>
                    </a:cubicBezTo>
                    <a:cubicBezTo>
                      <a:pt x="601" y="157"/>
                      <a:pt x="1" y="991"/>
                      <a:pt x="134" y="1858"/>
                    </a:cubicBezTo>
                    <a:cubicBezTo>
                      <a:pt x="276" y="2728"/>
                      <a:pt x="994" y="3230"/>
                      <a:pt x="1731" y="3230"/>
                    </a:cubicBezTo>
                    <a:cubicBezTo>
                      <a:pt x="2209" y="3230"/>
                      <a:pt x="2695" y="3018"/>
                      <a:pt x="3036" y="2559"/>
                    </a:cubicBezTo>
                    <a:cubicBezTo>
                      <a:pt x="3815" y="1469"/>
                      <a:pt x="3023" y="1"/>
                      <a:pt x="1748" y="1"/>
                    </a:cubicBezTo>
                    <a:close/>
                  </a:path>
                </a:pathLst>
              </a:custGeom>
              <a:solidFill>
                <a:schemeClr val="dk1"/>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162" name="CustomShape 17"/>
              <p:cNvSpPr/>
              <p:nvPr/>
            </p:nvSpPr>
            <p:spPr>
              <a:xfrm>
                <a:off x="6855480" y="870840"/>
                <a:ext cx="47160" cy="42840"/>
              </a:xfrm>
              <a:custGeom>
                <a:avLst/>
                <a:gdLst>
                  <a:gd name="textAreaLeft" fmla="*/ 0 w 47160"/>
                  <a:gd name="textAreaRight" fmla="*/ 48240 w 47160"/>
                  <a:gd name="textAreaTop" fmla="*/ 0 h 42840"/>
                  <a:gd name="textAreaBottom" fmla="*/ 43920 h 42840"/>
                </a:gdLst>
                <a:ahLst/>
                <a:rect l="textAreaLeft" t="textAreaTop" r="textAreaRight" b="textAreaBottom"/>
                <a:pathLst>
                  <a:path w="1080" h="990">
                    <a:moveTo>
                      <a:pt x="548" y="1"/>
                    </a:moveTo>
                    <a:cubicBezTo>
                      <a:pt x="276" y="1"/>
                      <a:pt x="0" y="209"/>
                      <a:pt x="56" y="562"/>
                    </a:cubicBezTo>
                    <a:cubicBezTo>
                      <a:pt x="100" y="857"/>
                      <a:pt x="315" y="989"/>
                      <a:pt x="532" y="989"/>
                    </a:cubicBezTo>
                    <a:cubicBezTo>
                      <a:pt x="804" y="989"/>
                      <a:pt x="1079" y="781"/>
                      <a:pt x="1023" y="428"/>
                    </a:cubicBezTo>
                    <a:cubicBezTo>
                      <a:pt x="979" y="133"/>
                      <a:pt x="764" y="1"/>
                      <a:pt x="548" y="1"/>
                    </a:cubicBezTo>
                    <a:close/>
                  </a:path>
                </a:pathLst>
              </a:custGeom>
              <a:solidFill>
                <a:srgbClr val="ffffff"/>
              </a:solidFill>
              <a:ln w="0">
                <a:noFill/>
              </a:ln>
            </p:spPr>
            <p:style>
              <a:lnRef idx="0"/>
              <a:fillRef idx="0"/>
              <a:effectRef idx="0"/>
              <a:fontRef idx="minor"/>
            </p:style>
            <p:txBody>
              <a:bodyPr lIns="90000" rIns="90000" tIns="-1080" bIns="-1080" anchor="t">
                <a:noAutofit/>
              </a:bodyPr>
              <a:p>
                <a:pPr>
                  <a:lnSpc>
                    <a:spcPct val="100000"/>
                  </a:lnSpc>
                </a:pPr>
                <a:endParaRPr b="0" lang="en-US" sz="1800" spc="-1" strike="noStrike">
                  <a:solidFill>
                    <a:srgbClr val="000000"/>
                  </a:solidFill>
                  <a:latin typeface="Arial"/>
                  <a:ea typeface="DejaVu Sans"/>
                </a:endParaRPr>
              </a:p>
            </p:txBody>
          </p:sp>
          <p:sp>
            <p:nvSpPr>
              <p:cNvPr id="163" name="CustomShape 18"/>
              <p:cNvSpPr/>
              <p:nvPr/>
            </p:nvSpPr>
            <p:spPr>
              <a:xfrm>
                <a:off x="6819840" y="947520"/>
                <a:ext cx="22680" cy="19800"/>
              </a:xfrm>
              <a:custGeom>
                <a:avLst/>
                <a:gdLst>
                  <a:gd name="textAreaLeft" fmla="*/ 0 w 22680"/>
                  <a:gd name="textAreaRight" fmla="*/ 23760 w 22680"/>
                  <a:gd name="textAreaTop" fmla="*/ 0 h 19800"/>
                  <a:gd name="textAreaBottom" fmla="*/ 20880 h 19800"/>
                </a:gdLst>
                <a:ahLst/>
                <a:rect l="textAreaLeft" t="textAreaTop" r="textAreaRight" b="textAreaBottom"/>
                <a:pathLst>
                  <a:path w="553" h="494">
                    <a:moveTo>
                      <a:pt x="281" y="0"/>
                    </a:moveTo>
                    <a:cubicBezTo>
                      <a:pt x="143" y="0"/>
                      <a:pt x="0" y="103"/>
                      <a:pt x="18" y="286"/>
                    </a:cubicBezTo>
                    <a:cubicBezTo>
                      <a:pt x="47" y="402"/>
                      <a:pt x="152" y="493"/>
                      <a:pt x="266" y="493"/>
                    </a:cubicBezTo>
                    <a:cubicBezTo>
                      <a:pt x="284" y="493"/>
                      <a:pt x="301" y="491"/>
                      <a:pt x="319" y="487"/>
                    </a:cubicBezTo>
                    <a:cubicBezTo>
                      <a:pt x="452" y="487"/>
                      <a:pt x="552" y="353"/>
                      <a:pt x="519" y="220"/>
                    </a:cubicBezTo>
                    <a:cubicBezTo>
                      <a:pt x="504" y="69"/>
                      <a:pt x="394" y="0"/>
                      <a:pt x="281" y="0"/>
                    </a:cubicBezTo>
                    <a:close/>
                  </a:path>
                </a:pathLst>
              </a:custGeom>
              <a:solidFill>
                <a:srgbClr val="ffffff"/>
              </a:solidFill>
              <a:ln w="0">
                <a:noFill/>
              </a:ln>
            </p:spPr>
            <p:style>
              <a:lnRef idx="0"/>
              <a:fillRef idx="0"/>
              <a:effectRef idx="0"/>
              <a:fontRef idx="minor"/>
            </p:style>
            <p:txBody>
              <a:bodyPr lIns="90000" rIns="90000" tIns="-24120" bIns="-24120" anchor="t">
                <a:noAutofit/>
              </a:bodyPr>
              <a:p>
                <a:pPr>
                  <a:lnSpc>
                    <a:spcPct val="100000"/>
                  </a:lnSpc>
                </a:pPr>
                <a:endParaRPr b="0" lang="en-US" sz="1800" spc="-1" strike="noStrike">
                  <a:solidFill>
                    <a:srgbClr val="000000"/>
                  </a:solidFill>
                  <a:latin typeface="Arial"/>
                  <a:ea typeface="DejaVu Sans"/>
                </a:endParaRPr>
              </a:p>
            </p:txBody>
          </p:sp>
          <p:sp>
            <p:nvSpPr>
              <p:cNvPr id="164" name="CustomShape 19"/>
              <p:cNvSpPr/>
              <p:nvPr/>
            </p:nvSpPr>
            <p:spPr>
              <a:xfrm>
                <a:off x="7351920" y="784800"/>
                <a:ext cx="428400" cy="116640"/>
              </a:xfrm>
              <a:custGeom>
                <a:avLst/>
                <a:gdLst>
                  <a:gd name="textAreaLeft" fmla="*/ 0 w 428400"/>
                  <a:gd name="textAreaRight" fmla="*/ 429480 w 428400"/>
                  <a:gd name="textAreaTop" fmla="*/ 0 h 116640"/>
                  <a:gd name="textAreaBottom" fmla="*/ 117720 h 116640"/>
                </a:gdLst>
                <a:ahLst/>
                <a:rect l="textAreaLeft" t="textAreaTop" r="textAreaRight" b="textAreaBottom"/>
                <a:pathLst>
                  <a:path w="10808" h="2569">
                    <a:moveTo>
                      <a:pt x="10574" y="0"/>
                    </a:moveTo>
                    <a:lnTo>
                      <a:pt x="0" y="1034"/>
                    </a:lnTo>
                    <a:lnTo>
                      <a:pt x="267" y="2569"/>
                    </a:lnTo>
                    <a:lnTo>
                      <a:pt x="10808" y="1401"/>
                    </a:lnTo>
                    <a:lnTo>
                      <a:pt x="10574" y="0"/>
                    </a:lnTo>
                    <a:close/>
                  </a:path>
                </a:pathLst>
              </a:custGeom>
              <a:solidFill>
                <a:schemeClr val="dk1"/>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165" name="CustomShape 20"/>
              <p:cNvSpPr/>
              <p:nvPr/>
            </p:nvSpPr>
            <p:spPr>
              <a:xfrm>
                <a:off x="7754040" y="671760"/>
                <a:ext cx="194760" cy="285480"/>
              </a:xfrm>
              <a:custGeom>
                <a:avLst/>
                <a:gdLst>
                  <a:gd name="textAreaLeft" fmla="*/ 0 w 194760"/>
                  <a:gd name="textAreaRight" fmla="*/ 195840 w 194760"/>
                  <a:gd name="textAreaTop" fmla="*/ 0 h 285480"/>
                  <a:gd name="textAreaBottom" fmla="*/ 286560 h 285480"/>
                </a:gdLst>
                <a:ahLst/>
                <a:rect l="textAreaLeft" t="textAreaTop" r="textAreaRight" b="textAreaBottom"/>
                <a:pathLst>
                  <a:path w="4237" h="6182">
                    <a:moveTo>
                      <a:pt x="1892" y="1"/>
                    </a:moveTo>
                    <a:cubicBezTo>
                      <a:pt x="1807" y="1"/>
                      <a:pt x="1721" y="6"/>
                      <a:pt x="1635" y="18"/>
                    </a:cubicBezTo>
                    <a:cubicBezTo>
                      <a:pt x="668" y="185"/>
                      <a:pt x="0" y="1086"/>
                      <a:pt x="167" y="2053"/>
                    </a:cubicBezTo>
                    <a:lnTo>
                      <a:pt x="567" y="4722"/>
                    </a:lnTo>
                    <a:cubicBezTo>
                      <a:pt x="717" y="5559"/>
                      <a:pt x="1456" y="6182"/>
                      <a:pt x="2304" y="6182"/>
                    </a:cubicBezTo>
                    <a:cubicBezTo>
                      <a:pt x="2402" y="6182"/>
                      <a:pt x="2502" y="6173"/>
                      <a:pt x="2602" y="6156"/>
                    </a:cubicBezTo>
                    <a:cubicBezTo>
                      <a:pt x="3570" y="6023"/>
                      <a:pt x="4237" y="5122"/>
                      <a:pt x="4070" y="4155"/>
                    </a:cubicBezTo>
                    <a:lnTo>
                      <a:pt x="3670" y="1486"/>
                    </a:lnTo>
                    <a:cubicBezTo>
                      <a:pt x="3518" y="605"/>
                      <a:pt x="2757" y="1"/>
                      <a:pt x="1892" y="1"/>
                    </a:cubicBezTo>
                    <a:close/>
                  </a:path>
                </a:pathLst>
              </a:custGeom>
              <a:solidFill>
                <a:srgbClr val="de4c36">
                  <a:alpha val="51000"/>
                </a:srgbClr>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166" name="CustomShape 21"/>
              <p:cNvSpPr/>
              <p:nvPr/>
            </p:nvSpPr>
            <p:spPr>
              <a:xfrm>
                <a:off x="7017120" y="767520"/>
                <a:ext cx="388080" cy="238320"/>
              </a:xfrm>
              <a:custGeom>
                <a:avLst/>
                <a:gdLst>
                  <a:gd name="textAreaLeft" fmla="*/ 0 w 388080"/>
                  <a:gd name="textAreaRight" fmla="*/ 389160 w 388080"/>
                  <a:gd name="textAreaTop" fmla="*/ 0 h 238320"/>
                  <a:gd name="textAreaBottom" fmla="*/ 239400 h 238320"/>
                </a:gdLst>
                <a:ahLst/>
                <a:rect l="textAreaLeft" t="textAreaTop" r="textAreaRight" b="textAreaBottom"/>
                <a:pathLst>
                  <a:path w="8374" h="5171">
                    <a:moveTo>
                      <a:pt x="0" y="0"/>
                    </a:moveTo>
                    <a:lnTo>
                      <a:pt x="834" y="5171"/>
                    </a:lnTo>
                    <a:lnTo>
                      <a:pt x="7606" y="4070"/>
                    </a:lnTo>
                    <a:cubicBezTo>
                      <a:pt x="8073" y="4003"/>
                      <a:pt x="8373" y="3569"/>
                      <a:pt x="8306" y="3136"/>
                    </a:cubicBezTo>
                    <a:lnTo>
                      <a:pt x="8006" y="1134"/>
                    </a:lnTo>
                    <a:cubicBezTo>
                      <a:pt x="7939" y="734"/>
                      <a:pt x="7606" y="467"/>
                      <a:pt x="7206" y="434"/>
                    </a:cubicBezTo>
                    <a:lnTo>
                      <a:pt x="0" y="0"/>
                    </a:lnTo>
                    <a:close/>
                  </a:path>
                </a:pathLst>
              </a:custGeom>
              <a:solidFill>
                <a:srgbClr val="de4c36"/>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167" name="CustomShape 22"/>
              <p:cNvSpPr/>
              <p:nvPr/>
            </p:nvSpPr>
            <p:spPr>
              <a:xfrm>
                <a:off x="7788240" y="585000"/>
                <a:ext cx="68760" cy="58320"/>
              </a:xfrm>
              <a:custGeom>
                <a:avLst/>
                <a:gdLst>
                  <a:gd name="textAreaLeft" fmla="*/ 0 w 68760"/>
                  <a:gd name="textAreaRight" fmla="*/ 69840 w 68760"/>
                  <a:gd name="textAreaTop" fmla="*/ 0 h 58320"/>
                  <a:gd name="textAreaBottom" fmla="*/ 59400 h 58320"/>
                </a:gdLst>
                <a:ahLst/>
                <a:rect l="textAreaLeft" t="textAreaTop" r="textAreaRight" b="textAreaBottom"/>
                <a:pathLst>
                  <a:path w="1545" h="1315">
                    <a:moveTo>
                      <a:pt x="719" y="1"/>
                    </a:moveTo>
                    <a:cubicBezTo>
                      <a:pt x="681" y="1"/>
                      <a:pt x="641" y="4"/>
                      <a:pt x="601" y="11"/>
                    </a:cubicBezTo>
                    <a:cubicBezTo>
                      <a:pt x="234" y="45"/>
                      <a:pt x="0" y="378"/>
                      <a:pt x="67" y="745"/>
                    </a:cubicBezTo>
                    <a:cubicBezTo>
                      <a:pt x="107" y="1110"/>
                      <a:pt x="406" y="1315"/>
                      <a:pt x="709" y="1315"/>
                    </a:cubicBezTo>
                    <a:cubicBezTo>
                      <a:pt x="906" y="1315"/>
                      <a:pt x="1103" y="1229"/>
                      <a:pt x="1234" y="1045"/>
                    </a:cubicBezTo>
                    <a:cubicBezTo>
                      <a:pt x="1544" y="581"/>
                      <a:pt x="1221" y="1"/>
                      <a:pt x="719" y="1"/>
                    </a:cubicBezTo>
                    <a:close/>
                  </a:path>
                </a:pathLst>
              </a:custGeom>
              <a:solidFill>
                <a:srgbClr val="de4c36">
                  <a:alpha val="51000"/>
                </a:srgbClr>
              </a:solidFill>
              <a:ln w="0">
                <a:noFill/>
              </a:ln>
            </p:spPr>
            <p:style>
              <a:lnRef idx="0"/>
              <a:fillRef idx="0"/>
              <a:effectRef idx="0"/>
              <a:fontRef idx="minor"/>
            </p:style>
            <p:txBody>
              <a:bodyPr lIns="90000" rIns="90000" tIns="14400" bIns="14400" anchor="t">
                <a:noAutofit/>
              </a:bodyPr>
              <a:p>
                <a:pPr>
                  <a:lnSpc>
                    <a:spcPct val="100000"/>
                  </a:lnSpc>
                </a:pPr>
                <a:endParaRPr b="0" lang="en-US" sz="1800" spc="-1" strike="noStrike">
                  <a:solidFill>
                    <a:srgbClr val="ffffff"/>
                  </a:solidFill>
                  <a:latin typeface="Arial"/>
                  <a:ea typeface="DejaVu Sans"/>
                </a:endParaRPr>
              </a:p>
            </p:txBody>
          </p:sp>
          <p:sp>
            <p:nvSpPr>
              <p:cNvPr id="168" name="CustomShape 23"/>
              <p:cNvSpPr/>
              <p:nvPr/>
            </p:nvSpPr>
            <p:spPr>
              <a:xfrm>
                <a:off x="7873920" y="540000"/>
                <a:ext cx="292680" cy="82800"/>
              </a:xfrm>
              <a:custGeom>
                <a:avLst/>
                <a:gdLst>
                  <a:gd name="textAreaLeft" fmla="*/ 0 w 292680"/>
                  <a:gd name="textAreaRight" fmla="*/ 293760 w 292680"/>
                  <a:gd name="textAreaTop" fmla="*/ 0 h 82800"/>
                  <a:gd name="textAreaBottom" fmla="*/ 83880 h 82800"/>
                </a:gdLst>
                <a:ahLst/>
                <a:rect l="textAreaLeft" t="textAreaTop" r="textAreaRight" b="textAreaBottom"/>
                <a:pathLst>
                  <a:path w="6339" h="1844">
                    <a:moveTo>
                      <a:pt x="5805" y="1"/>
                    </a:moveTo>
                    <a:cubicBezTo>
                      <a:pt x="5783" y="1"/>
                      <a:pt x="5761" y="2"/>
                      <a:pt x="5738" y="5"/>
                    </a:cubicBezTo>
                    <a:lnTo>
                      <a:pt x="468" y="839"/>
                    </a:lnTo>
                    <a:cubicBezTo>
                      <a:pt x="168" y="906"/>
                      <a:pt x="1" y="1139"/>
                      <a:pt x="34" y="1439"/>
                    </a:cubicBezTo>
                    <a:cubicBezTo>
                      <a:pt x="95" y="1683"/>
                      <a:pt x="296" y="1844"/>
                      <a:pt x="534" y="1844"/>
                    </a:cubicBezTo>
                    <a:cubicBezTo>
                      <a:pt x="556" y="1844"/>
                      <a:pt x="579" y="1842"/>
                      <a:pt x="601" y="1840"/>
                    </a:cubicBezTo>
                    <a:lnTo>
                      <a:pt x="5872" y="1006"/>
                    </a:lnTo>
                    <a:cubicBezTo>
                      <a:pt x="6139" y="972"/>
                      <a:pt x="6339" y="705"/>
                      <a:pt x="6305" y="439"/>
                    </a:cubicBezTo>
                    <a:cubicBezTo>
                      <a:pt x="6244" y="164"/>
                      <a:pt x="6043" y="1"/>
                      <a:pt x="5805" y="1"/>
                    </a:cubicBezTo>
                    <a:close/>
                  </a:path>
                </a:pathLst>
              </a:custGeom>
              <a:solidFill>
                <a:srgbClr val="de4c36">
                  <a:alpha val="51000"/>
                </a:srgbClr>
              </a:solidFill>
              <a:ln w="0">
                <a:noFill/>
              </a:ln>
            </p:spPr>
            <p:style>
              <a:lnRef idx="0"/>
              <a:fillRef idx="0"/>
              <a:effectRef idx="0"/>
              <a:fontRef idx="minor"/>
            </p:style>
            <p:txBody>
              <a:bodyPr lIns="90000" rIns="90000" tIns="38880" bIns="38880" anchor="t">
                <a:noAutofit/>
              </a:bodyPr>
              <a:p>
                <a:pPr>
                  <a:lnSpc>
                    <a:spcPct val="100000"/>
                  </a:lnSpc>
                </a:pPr>
                <a:endParaRPr b="0" lang="en-US" sz="1800" spc="-1" strike="noStrike">
                  <a:solidFill>
                    <a:srgbClr val="ffffff"/>
                  </a:solidFill>
                  <a:latin typeface="Arial"/>
                  <a:ea typeface="DejaVu Sans"/>
                </a:endParaRPr>
              </a:p>
            </p:txBody>
          </p:sp>
          <p:sp>
            <p:nvSpPr>
              <p:cNvPr id="169" name="CustomShape 24"/>
              <p:cNvSpPr/>
              <p:nvPr/>
            </p:nvSpPr>
            <p:spPr>
              <a:xfrm>
                <a:off x="7471800" y="605160"/>
                <a:ext cx="292680" cy="83160"/>
              </a:xfrm>
              <a:custGeom>
                <a:avLst/>
                <a:gdLst>
                  <a:gd name="textAreaLeft" fmla="*/ 0 w 292680"/>
                  <a:gd name="textAreaRight" fmla="*/ 293760 w 292680"/>
                  <a:gd name="textAreaTop" fmla="*/ 0 h 83160"/>
                  <a:gd name="textAreaBottom" fmla="*/ 84240 h 83160"/>
                </a:gdLst>
                <a:ahLst/>
                <a:rect l="textAreaLeft" t="textAreaTop" r="textAreaRight" b="textAreaBottom"/>
                <a:pathLst>
                  <a:path w="6339" h="1852">
                    <a:moveTo>
                      <a:pt x="5843" y="0"/>
                    </a:moveTo>
                    <a:cubicBezTo>
                      <a:pt x="5808" y="0"/>
                      <a:pt x="5773" y="4"/>
                      <a:pt x="5738" y="13"/>
                    </a:cubicBezTo>
                    <a:lnTo>
                      <a:pt x="468" y="847"/>
                    </a:lnTo>
                    <a:cubicBezTo>
                      <a:pt x="201" y="880"/>
                      <a:pt x="1" y="1147"/>
                      <a:pt x="34" y="1414"/>
                    </a:cubicBezTo>
                    <a:cubicBezTo>
                      <a:pt x="96" y="1661"/>
                      <a:pt x="301" y="1851"/>
                      <a:pt x="570" y="1851"/>
                    </a:cubicBezTo>
                    <a:cubicBezTo>
                      <a:pt x="591" y="1851"/>
                      <a:pt x="613" y="1850"/>
                      <a:pt x="635" y="1848"/>
                    </a:cubicBezTo>
                    <a:lnTo>
                      <a:pt x="5872" y="1014"/>
                    </a:lnTo>
                    <a:cubicBezTo>
                      <a:pt x="6172" y="947"/>
                      <a:pt x="6339" y="680"/>
                      <a:pt x="6305" y="413"/>
                    </a:cubicBezTo>
                    <a:cubicBezTo>
                      <a:pt x="6276" y="182"/>
                      <a:pt x="6071" y="0"/>
                      <a:pt x="5843" y="0"/>
                    </a:cubicBezTo>
                    <a:close/>
                  </a:path>
                </a:pathLst>
              </a:custGeom>
              <a:solidFill>
                <a:srgbClr val="de4c36">
                  <a:alpha val="51000"/>
                </a:srgbClr>
              </a:solidFill>
              <a:ln w="0">
                <a:noFill/>
              </a:ln>
            </p:spPr>
            <p:style>
              <a:lnRef idx="0"/>
              <a:fillRef idx="0"/>
              <a:effectRef idx="0"/>
              <a:fontRef idx="minor"/>
            </p:style>
            <p:txBody>
              <a:bodyPr lIns="90000" rIns="90000" tIns="39240" bIns="39240" anchor="t">
                <a:noAutofit/>
              </a:bodyPr>
              <a:p>
                <a:pPr>
                  <a:lnSpc>
                    <a:spcPct val="100000"/>
                  </a:lnSpc>
                </a:pPr>
                <a:endParaRPr b="0" lang="en-US" sz="1800" spc="-1" strike="noStrike">
                  <a:solidFill>
                    <a:srgbClr val="ffffff"/>
                  </a:solidFill>
                  <a:latin typeface="Arial"/>
                  <a:ea typeface="DejaVu Sans"/>
                </a:endParaRPr>
              </a:p>
            </p:txBody>
          </p:sp>
          <p:sp>
            <p:nvSpPr>
              <p:cNvPr id="170" name="CustomShape 25"/>
              <p:cNvSpPr/>
              <p:nvPr/>
            </p:nvSpPr>
            <p:spPr>
              <a:xfrm>
                <a:off x="5941800" y="990360"/>
                <a:ext cx="428400" cy="169560"/>
              </a:xfrm>
              <a:custGeom>
                <a:avLst/>
                <a:gdLst>
                  <a:gd name="textAreaLeft" fmla="*/ 0 w 428400"/>
                  <a:gd name="textAreaRight" fmla="*/ 429480 w 428400"/>
                  <a:gd name="textAreaTop" fmla="*/ 0 h 169560"/>
                  <a:gd name="textAreaBottom" fmla="*/ 170640 h 169560"/>
                </a:gdLst>
                <a:ahLst/>
                <a:rect l="textAreaLeft" t="textAreaTop" r="textAreaRight" b="textAreaBottom"/>
                <a:pathLst>
                  <a:path w="10608" h="3703">
                    <a:moveTo>
                      <a:pt x="10374" y="0"/>
                    </a:moveTo>
                    <a:lnTo>
                      <a:pt x="0" y="2302"/>
                    </a:lnTo>
                    <a:lnTo>
                      <a:pt x="234" y="3703"/>
                    </a:lnTo>
                    <a:lnTo>
                      <a:pt x="10608" y="1568"/>
                    </a:lnTo>
                    <a:lnTo>
                      <a:pt x="10374" y="0"/>
                    </a:lnTo>
                    <a:close/>
                  </a:path>
                </a:pathLst>
              </a:custGeom>
              <a:solidFill>
                <a:schemeClr val="dk1"/>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171" name="CustomShape 26"/>
              <p:cNvSpPr/>
              <p:nvPr/>
            </p:nvSpPr>
            <p:spPr>
              <a:xfrm>
                <a:off x="5783040" y="986040"/>
                <a:ext cx="192960" cy="286920"/>
              </a:xfrm>
              <a:custGeom>
                <a:avLst/>
                <a:gdLst>
                  <a:gd name="textAreaLeft" fmla="*/ 0 w 192960"/>
                  <a:gd name="textAreaRight" fmla="*/ 194040 w 192960"/>
                  <a:gd name="textAreaTop" fmla="*/ 0 h 286920"/>
                  <a:gd name="textAreaBottom" fmla="*/ 288000 h 286920"/>
                </a:gdLst>
                <a:ahLst/>
                <a:rect l="textAreaLeft" t="textAreaTop" r="textAreaRight" b="textAreaBottom"/>
                <a:pathLst>
                  <a:path w="4204" h="6215">
                    <a:moveTo>
                      <a:pt x="1899" y="1"/>
                    </a:moveTo>
                    <a:cubicBezTo>
                      <a:pt x="1801" y="1"/>
                      <a:pt x="1702" y="9"/>
                      <a:pt x="1602" y="27"/>
                    </a:cubicBezTo>
                    <a:cubicBezTo>
                      <a:pt x="634" y="193"/>
                      <a:pt x="1" y="1094"/>
                      <a:pt x="134" y="2061"/>
                    </a:cubicBezTo>
                    <a:lnTo>
                      <a:pt x="568" y="4697"/>
                    </a:lnTo>
                    <a:cubicBezTo>
                      <a:pt x="690" y="5581"/>
                      <a:pt x="1481" y="6215"/>
                      <a:pt x="2355" y="6215"/>
                    </a:cubicBezTo>
                    <a:cubicBezTo>
                      <a:pt x="2437" y="6215"/>
                      <a:pt x="2520" y="6209"/>
                      <a:pt x="2602" y="6198"/>
                    </a:cubicBezTo>
                    <a:cubicBezTo>
                      <a:pt x="3536" y="6031"/>
                      <a:pt x="4204" y="5130"/>
                      <a:pt x="4070" y="4163"/>
                    </a:cubicBezTo>
                    <a:lnTo>
                      <a:pt x="3637" y="1494"/>
                    </a:lnTo>
                    <a:cubicBezTo>
                      <a:pt x="3487" y="627"/>
                      <a:pt x="2748" y="1"/>
                      <a:pt x="1899" y="1"/>
                    </a:cubicBezTo>
                    <a:close/>
                  </a:path>
                </a:pathLst>
              </a:custGeom>
              <a:solidFill>
                <a:srgbClr val="de4c36">
                  <a:alpha val="51000"/>
                </a:srgbClr>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172" name="CustomShape 27"/>
              <p:cNvSpPr/>
              <p:nvPr/>
            </p:nvSpPr>
            <p:spPr>
              <a:xfrm>
                <a:off x="6320520" y="823680"/>
                <a:ext cx="375480" cy="290160"/>
              </a:xfrm>
              <a:custGeom>
                <a:avLst/>
                <a:gdLst>
                  <a:gd name="textAreaLeft" fmla="*/ 0 w 375480"/>
                  <a:gd name="textAreaRight" fmla="*/ 376560 w 375480"/>
                  <a:gd name="textAreaTop" fmla="*/ 0 h 290160"/>
                  <a:gd name="textAreaBottom" fmla="*/ 291240 h 290160"/>
                </a:gdLst>
                <a:ahLst/>
                <a:rect l="textAreaLeft" t="textAreaTop" r="textAreaRight" b="textAreaBottom"/>
                <a:pathLst>
                  <a:path w="8107" h="6280">
                    <a:moveTo>
                      <a:pt x="7273" y="0"/>
                    </a:moveTo>
                    <a:lnTo>
                      <a:pt x="568" y="2669"/>
                    </a:lnTo>
                    <a:cubicBezTo>
                      <a:pt x="201" y="2802"/>
                      <a:pt x="1" y="3202"/>
                      <a:pt x="68" y="3569"/>
                    </a:cubicBezTo>
                    <a:lnTo>
                      <a:pt x="368" y="5571"/>
                    </a:lnTo>
                    <a:cubicBezTo>
                      <a:pt x="429" y="5967"/>
                      <a:pt x="796" y="6280"/>
                      <a:pt x="1215" y="6280"/>
                    </a:cubicBezTo>
                    <a:cubicBezTo>
                      <a:pt x="1255" y="6280"/>
                      <a:pt x="1295" y="6277"/>
                      <a:pt x="1335" y="6271"/>
                    </a:cubicBezTo>
                    <a:lnTo>
                      <a:pt x="8107" y="5170"/>
                    </a:lnTo>
                    <a:lnTo>
                      <a:pt x="7273" y="0"/>
                    </a:lnTo>
                    <a:close/>
                  </a:path>
                </a:pathLst>
              </a:custGeom>
              <a:solidFill>
                <a:srgbClr val="de4c36"/>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173" name="CustomShape 28"/>
              <p:cNvSpPr/>
              <p:nvPr/>
            </p:nvSpPr>
            <p:spPr>
              <a:xfrm>
                <a:off x="5809320" y="898200"/>
                <a:ext cx="70560" cy="58680"/>
              </a:xfrm>
              <a:custGeom>
                <a:avLst/>
                <a:gdLst>
                  <a:gd name="textAreaLeft" fmla="*/ 0 w 70560"/>
                  <a:gd name="textAreaRight" fmla="*/ 71640 w 70560"/>
                  <a:gd name="textAreaTop" fmla="*/ 0 h 58680"/>
                  <a:gd name="textAreaBottom" fmla="*/ 59760 h 58680"/>
                </a:gdLst>
                <a:ahLst/>
                <a:rect l="textAreaLeft" t="textAreaTop" r="textAreaRight" b="textAreaBottom"/>
                <a:pathLst>
                  <a:path w="1577" h="1327">
                    <a:moveTo>
                      <a:pt x="837" y="1"/>
                    </a:moveTo>
                    <a:cubicBezTo>
                      <a:pt x="814" y="1"/>
                      <a:pt x="791" y="2"/>
                      <a:pt x="768" y="4"/>
                    </a:cubicBezTo>
                    <a:cubicBezTo>
                      <a:pt x="167" y="104"/>
                      <a:pt x="1" y="838"/>
                      <a:pt x="468" y="1205"/>
                    </a:cubicBezTo>
                    <a:cubicBezTo>
                      <a:pt x="585" y="1289"/>
                      <a:pt x="715" y="1326"/>
                      <a:pt x="843" y="1326"/>
                    </a:cubicBezTo>
                    <a:cubicBezTo>
                      <a:pt x="1222" y="1326"/>
                      <a:pt x="1577" y="996"/>
                      <a:pt x="1502" y="571"/>
                    </a:cubicBezTo>
                    <a:cubicBezTo>
                      <a:pt x="1439" y="228"/>
                      <a:pt x="1172" y="1"/>
                      <a:pt x="837" y="1"/>
                    </a:cubicBezTo>
                    <a:close/>
                  </a:path>
                </a:pathLst>
              </a:custGeom>
              <a:solidFill>
                <a:srgbClr val="de4c36">
                  <a:alpha val="51000"/>
                </a:srgbClr>
              </a:solidFill>
              <a:ln w="0">
                <a:noFill/>
              </a:ln>
            </p:spPr>
            <p:style>
              <a:lnRef idx="0"/>
              <a:fillRef idx="0"/>
              <a:effectRef idx="0"/>
              <a:fontRef idx="minor"/>
            </p:style>
            <p:txBody>
              <a:bodyPr lIns="90000" rIns="90000" tIns="14760" bIns="14760" anchor="t">
                <a:noAutofit/>
              </a:bodyPr>
              <a:p>
                <a:pPr>
                  <a:lnSpc>
                    <a:spcPct val="100000"/>
                  </a:lnSpc>
                </a:pPr>
                <a:endParaRPr b="0" lang="en-US" sz="1800" spc="-1" strike="noStrike">
                  <a:solidFill>
                    <a:srgbClr val="ffffff"/>
                  </a:solidFill>
                  <a:latin typeface="Arial"/>
                  <a:ea typeface="DejaVu Sans"/>
                </a:endParaRPr>
              </a:p>
            </p:txBody>
          </p:sp>
          <p:sp>
            <p:nvSpPr>
              <p:cNvPr id="174" name="CustomShape 29"/>
              <p:cNvSpPr/>
              <p:nvPr/>
            </p:nvSpPr>
            <p:spPr>
              <a:xfrm>
                <a:off x="5500800" y="918720"/>
                <a:ext cx="292680" cy="82800"/>
              </a:xfrm>
              <a:custGeom>
                <a:avLst/>
                <a:gdLst>
                  <a:gd name="textAreaLeft" fmla="*/ 0 w 292680"/>
                  <a:gd name="textAreaRight" fmla="*/ 293760 w 292680"/>
                  <a:gd name="textAreaTop" fmla="*/ 0 h 82800"/>
                  <a:gd name="textAreaBottom" fmla="*/ 83880 h 82800"/>
                </a:gdLst>
                <a:ahLst/>
                <a:rect l="textAreaLeft" t="textAreaTop" r="textAreaRight" b="textAreaBottom"/>
                <a:pathLst>
                  <a:path w="6339" h="1844">
                    <a:moveTo>
                      <a:pt x="5773" y="1"/>
                    </a:moveTo>
                    <a:cubicBezTo>
                      <a:pt x="5750" y="1"/>
                      <a:pt x="5728" y="2"/>
                      <a:pt x="5705" y="5"/>
                    </a:cubicBezTo>
                    <a:lnTo>
                      <a:pt x="435" y="839"/>
                    </a:lnTo>
                    <a:cubicBezTo>
                      <a:pt x="168" y="872"/>
                      <a:pt x="1" y="1139"/>
                      <a:pt x="34" y="1406"/>
                    </a:cubicBezTo>
                    <a:cubicBezTo>
                      <a:pt x="65" y="1653"/>
                      <a:pt x="297" y="1843"/>
                      <a:pt x="543" y="1843"/>
                    </a:cubicBezTo>
                    <a:cubicBezTo>
                      <a:pt x="562" y="1843"/>
                      <a:pt x="582" y="1842"/>
                      <a:pt x="601" y="1839"/>
                    </a:cubicBezTo>
                    <a:lnTo>
                      <a:pt x="5872" y="1006"/>
                    </a:lnTo>
                    <a:cubicBezTo>
                      <a:pt x="6139" y="939"/>
                      <a:pt x="6339" y="705"/>
                      <a:pt x="6272" y="405"/>
                    </a:cubicBezTo>
                    <a:cubicBezTo>
                      <a:pt x="6242" y="161"/>
                      <a:pt x="6016" y="1"/>
                      <a:pt x="5773" y="1"/>
                    </a:cubicBezTo>
                    <a:close/>
                  </a:path>
                </a:pathLst>
              </a:custGeom>
              <a:solidFill>
                <a:srgbClr val="de4c36">
                  <a:alpha val="51000"/>
                </a:srgbClr>
              </a:solidFill>
              <a:ln w="0">
                <a:noFill/>
              </a:ln>
            </p:spPr>
            <p:style>
              <a:lnRef idx="0"/>
              <a:fillRef idx="0"/>
              <a:effectRef idx="0"/>
              <a:fontRef idx="minor"/>
            </p:style>
            <p:txBody>
              <a:bodyPr lIns="90000" rIns="90000" tIns="38880" bIns="38880" anchor="t">
                <a:noAutofit/>
              </a:bodyPr>
              <a:p>
                <a:pPr>
                  <a:lnSpc>
                    <a:spcPct val="100000"/>
                  </a:lnSpc>
                </a:pPr>
                <a:endParaRPr b="0" lang="en-US" sz="1800" spc="-1" strike="noStrike">
                  <a:solidFill>
                    <a:srgbClr val="ffffff"/>
                  </a:solidFill>
                  <a:latin typeface="Arial"/>
                  <a:ea typeface="DejaVu Sans"/>
                </a:endParaRPr>
              </a:p>
            </p:txBody>
          </p:sp>
          <p:sp>
            <p:nvSpPr>
              <p:cNvPr id="175" name="CustomShape 30"/>
              <p:cNvSpPr/>
              <p:nvPr/>
            </p:nvSpPr>
            <p:spPr>
              <a:xfrm>
                <a:off x="5901480" y="854280"/>
                <a:ext cx="292680" cy="83160"/>
              </a:xfrm>
              <a:custGeom>
                <a:avLst/>
                <a:gdLst>
                  <a:gd name="textAreaLeft" fmla="*/ 0 w 292680"/>
                  <a:gd name="textAreaRight" fmla="*/ 293760 w 292680"/>
                  <a:gd name="textAreaTop" fmla="*/ 0 h 83160"/>
                  <a:gd name="textAreaBottom" fmla="*/ 84240 h 83160"/>
                </a:gdLst>
                <a:ahLst/>
                <a:rect l="textAreaLeft" t="textAreaTop" r="textAreaRight" b="textAreaBottom"/>
                <a:pathLst>
                  <a:path w="6339" h="1852">
                    <a:moveTo>
                      <a:pt x="5843" y="0"/>
                    </a:moveTo>
                    <a:cubicBezTo>
                      <a:pt x="5808" y="0"/>
                      <a:pt x="5773" y="4"/>
                      <a:pt x="5738" y="13"/>
                    </a:cubicBezTo>
                    <a:lnTo>
                      <a:pt x="468" y="847"/>
                    </a:lnTo>
                    <a:cubicBezTo>
                      <a:pt x="201" y="880"/>
                      <a:pt x="1" y="1147"/>
                      <a:pt x="34" y="1414"/>
                    </a:cubicBezTo>
                    <a:cubicBezTo>
                      <a:pt x="96" y="1661"/>
                      <a:pt x="301" y="1851"/>
                      <a:pt x="570" y="1851"/>
                    </a:cubicBezTo>
                    <a:cubicBezTo>
                      <a:pt x="591" y="1851"/>
                      <a:pt x="613" y="1850"/>
                      <a:pt x="635" y="1848"/>
                    </a:cubicBezTo>
                    <a:lnTo>
                      <a:pt x="5905" y="1014"/>
                    </a:lnTo>
                    <a:cubicBezTo>
                      <a:pt x="6172" y="947"/>
                      <a:pt x="6339" y="680"/>
                      <a:pt x="6305" y="413"/>
                    </a:cubicBezTo>
                    <a:cubicBezTo>
                      <a:pt x="6276" y="182"/>
                      <a:pt x="6071" y="0"/>
                      <a:pt x="5843" y="0"/>
                    </a:cubicBezTo>
                    <a:close/>
                  </a:path>
                </a:pathLst>
              </a:custGeom>
              <a:solidFill>
                <a:srgbClr val="de4c36">
                  <a:alpha val="51000"/>
                </a:srgbClr>
              </a:solidFill>
              <a:ln w="0">
                <a:noFill/>
              </a:ln>
            </p:spPr>
            <p:style>
              <a:lnRef idx="0"/>
              <a:fillRef idx="0"/>
              <a:effectRef idx="0"/>
              <a:fontRef idx="minor"/>
            </p:style>
            <p:txBody>
              <a:bodyPr lIns="90000" rIns="90000" tIns="39240" bIns="39240" anchor="t">
                <a:noAutofit/>
              </a:bodyPr>
              <a:p>
                <a:pPr>
                  <a:lnSpc>
                    <a:spcPct val="100000"/>
                  </a:lnSpc>
                </a:pPr>
                <a:endParaRPr b="0" lang="en-US" sz="1800" spc="-1" strike="noStrike">
                  <a:solidFill>
                    <a:srgbClr val="ffffff"/>
                  </a:solidFill>
                  <a:latin typeface="Arial"/>
                  <a:ea typeface="DejaVu Sans"/>
                </a:endParaRPr>
              </a:p>
            </p:txBody>
          </p:sp>
          <p:sp>
            <p:nvSpPr>
              <p:cNvPr id="176" name="CustomShape 31"/>
              <p:cNvSpPr/>
              <p:nvPr/>
            </p:nvSpPr>
            <p:spPr>
              <a:xfrm>
                <a:off x="6899400" y="1290240"/>
                <a:ext cx="1113120" cy="348120"/>
              </a:xfrm>
              <a:custGeom>
                <a:avLst/>
                <a:gdLst>
                  <a:gd name="textAreaLeft" fmla="*/ 0 w 1113120"/>
                  <a:gd name="textAreaRight" fmla="*/ 1114200 w 1113120"/>
                  <a:gd name="textAreaTop" fmla="*/ 0 h 348120"/>
                  <a:gd name="textAreaBottom" fmla="*/ 349200 h 348120"/>
                </a:gdLst>
                <a:ahLst/>
                <a:rect l="textAreaLeft" t="textAreaTop" r="textAreaRight" b="textAreaBottom"/>
                <a:pathLst>
                  <a:path w="23902" h="7526">
                    <a:moveTo>
                      <a:pt x="735" y="1"/>
                    </a:moveTo>
                    <a:cubicBezTo>
                      <a:pt x="181" y="1"/>
                      <a:pt x="1" y="839"/>
                      <a:pt x="585" y="1054"/>
                    </a:cubicBezTo>
                    <a:lnTo>
                      <a:pt x="23168" y="7526"/>
                    </a:lnTo>
                    <a:lnTo>
                      <a:pt x="23301" y="7526"/>
                    </a:lnTo>
                    <a:cubicBezTo>
                      <a:pt x="23534" y="7526"/>
                      <a:pt x="23735" y="7359"/>
                      <a:pt x="23801" y="7125"/>
                    </a:cubicBezTo>
                    <a:cubicBezTo>
                      <a:pt x="23901" y="6858"/>
                      <a:pt x="23735" y="6558"/>
                      <a:pt x="23434" y="6458"/>
                    </a:cubicBezTo>
                    <a:lnTo>
                      <a:pt x="885" y="20"/>
                    </a:lnTo>
                    <a:cubicBezTo>
                      <a:pt x="833" y="7"/>
                      <a:pt x="783" y="1"/>
                      <a:pt x="735" y="1"/>
                    </a:cubicBezTo>
                    <a:close/>
                  </a:path>
                </a:pathLst>
              </a:custGeom>
              <a:solidFill>
                <a:schemeClr val="dk1"/>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177" name="CustomShape 32"/>
              <p:cNvSpPr/>
              <p:nvPr/>
            </p:nvSpPr>
            <p:spPr>
              <a:xfrm>
                <a:off x="6893640" y="1287720"/>
                <a:ext cx="669960" cy="465840"/>
              </a:xfrm>
              <a:custGeom>
                <a:avLst/>
                <a:gdLst>
                  <a:gd name="textAreaLeft" fmla="*/ 0 w 669960"/>
                  <a:gd name="textAreaRight" fmla="*/ 671040 w 669960"/>
                  <a:gd name="textAreaTop" fmla="*/ 0 h 465840"/>
                  <a:gd name="textAreaBottom" fmla="*/ 466920 h 465840"/>
                </a:gdLst>
                <a:ahLst/>
                <a:rect l="textAreaLeft" t="textAreaTop" r="textAreaRight" b="textAreaBottom"/>
                <a:pathLst>
                  <a:path w="14416" h="10045">
                    <a:moveTo>
                      <a:pt x="813" y="1"/>
                    </a:moveTo>
                    <a:cubicBezTo>
                      <a:pt x="331" y="1"/>
                      <a:pt x="0" y="715"/>
                      <a:pt x="539" y="1039"/>
                    </a:cubicBezTo>
                    <a:lnTo>
                      <a:pt x="13381" y="9945"/>
                    </a:lnTo>
                    <a:cubicBezTo>
                      <a:pt x="13448" y="10012"/>
                      <a:pt x="13582" y="10045"/>
                      <a:pt x="13682" y="10045"/>
                    </a:cubicBezTo>
                    <a:cubicBezTo>
                      <a:pt x="14215" y="10045"/>
                      <a:pt x="14416" y="9344"/>
                      <a:pt x="13982" y="9044"/>
                    </a:cubicBezTo>
                    <a:lnTo>
                      <a:pt x="1173" y="138"/>
                    </a:lnTo>
                    <a:cubicBezTo>
                      <a:pt x="1051" y="41"/>
                      <a:pt x="927" y="1"/>
                      <a:pt x="813" y="1"/>
                    </a:cubicBezTo>
                    <a:close/>
                  </a:path>
                </a:pathLst>
              </a:custGeom>
              <a:solidFill>
                <a:schemeClr val="dk1"/>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178" name="CustomShape 33"/>
              <p:cNvSpPr/>
              <p:nvPr/>
            </p:nvSpPr>
            <p:spPr>
              <a:xfrm>
                <a:off x="6152400" y="1288440"/>
                <a:ext cx="813960" cy="900000"/>
              </a:xfrm>
              <a:custGeom>
                <a:avLst/>
                <a:gdLst>
                  <a:gd name="textAreaLeft" fmla="*/ 0 w 813960"/>
                  <a:gd name="textAreaRight" fmla="*/ 815040 w 813960"/>
                  <a:gd name="textAreaTop" fmla="*/ 0 h 900000"/>
                  <a:gd name="textAreaBottom" fmla="*/ 901080 h 900000"/>
                </a:gdLst>
                <a:ahLst/>
                <a:rect l="textAreaLeft" t="textAreaTop" r="textAreaRight" b="textAreaBottom"/>
                <a:pathLst>
                  <a:path w="17496" h="19338">
                    <a:moveTo>
                      <a:pt x="16707" y="0"/>
                    </a:moveTo>
                    <a:cubicBezTo>
                      <a:pt x="16570" y="0"/>
                      <a:pt x="16429" y="57"/>
                      <a:pt x="16312" y="191"/>
                    </a:cubicBezTo>
                    <a:lnTo>
                      <a:pt x="334" y="18437"/>
                    </a:lnTo>
                    <a:cubicBezTo>
                      <a:pt x="0" y="18804"/>
                      <a:pt x="267" y="19338"/>
                      <a:pt x="734" y="19338"/>
                    </a:cubicBezTo>
                    <a:cubicBezTo>
                      <a:pt x="901" y="19338"/>
                      <a:pt x="1068" y="19271"/>
                      <a:pt x="1168" y="19171"/>
                    </a:cubicBezTo>
                    <a:lnTo>
                      <a:pt x="17146" y="924"/>
                    </a:lnTo>
                    <a:cubicBezTo>
                      <a:pt x="17496" y="500"/>
                      <a:pt x="17116" y="0"/>
                      <a:pt x="16707" y="0"/>
                    </a:cubicBezTo>
                    <a:close/>
                  </a:path>
                </a:pathLst>
              </a:custGeom>
              <a:solidFill>
                <a:schemeClr val="dk1"/>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grpSp>
      </p:gr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9" name="CustomShape 1"/>
          <p:cNvSpPr/>
          <p:nvPr/>
        </p:nvSpPr>
        <p:spPr>
          <a:xfrm>
            <a:off x="1521360" y="1042560"/>
            <a:ext cx="6098040" cy="269280"/>
          </a:xfrm>
          <a:prstGeom prst="roundRect">
            <a:avLst>
              <a:gd name="adj" fmla="val 50000"/>
            </a:avLst>
          </a:prstGeom>
          <a:solidFill>
            <a:srgbClr val="f77967"/>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180" name="CustomShape 2"/>
          <p:cNvSpPr/>
          <p:nvPr/>
        </p:nvSpPr>
        <p:spPr>
          <a:xfrm>
            <a:off x="680040" y="610920"/>
            <a:ext cx="7700760" cy="609480"/>
          </a:xfrm>
          <a:prstGeom prst="rect">
            <a:avLst/>
          </a:prstGeom>
          <a:noFill/>
          <a:ln w="0">
            <a:noFill/>
          </a:ln>
        </p:spPr>
        <p:style>
          <a:lnRef idx="0"/>
          <a:fillRef idx="0"/>
          <a:effectRef idx="0"/>
          <a:fontRef idx="minor"/>
        </p:style>
        <p:txBody>
          <a:bodyPr lIns="90000" rIns="90000" tIns="91440" bIns="91440" anchor="t">
            <a:noAutofit/>
          </a:bodyPr>
          <a:p>
            <a:pPr algn="ctr">
              <a:lnSpc>
                <a:spcPct val="100000"/>
              </a:lnSpc>
            </a:pPr>
            <a:r>
              <a:rPr b="0" lang="en" sz="3200" spc="-1" strike="noStrike">
                <a:solidFill>
                  <a:srgbClr val="263238"/>
                </a:solidFill>
                <a:latin typeface="Poppins Black"/>
                <a:ea typeface="Poppins Black"/>
              </a:rPr>
              <a:t>Web Server Fundamentals</a:t>
            </a:r>
            <a:endParaRPr b="0" lang="en-US" sz="3200" spc="-1" strike="noStrike">
              <a:solidFill>
                <a:srgbClr val="000000"/>
              </a:solidFill>
              <a:latin typeface="Arial"/>
            </a:endParaRPr>
          </a:p>
        </p:txBody>
      </p:sp>
      <p:sp>
        <p:nvSpPr>
          <p:cNvPr id="181" name="CustomShape 3"/>
          <p:cNvSpPr/>
          <p:nvPr/>
        </p:nvSpPr>
        <p:spPr>
          <a:xfrm>
            <a:off x="1304640" y="2134080"/>
            <a:ext cx="3021120" cy="447480"/>
          </a:xfrm>
          <a:prstGeom prst="roundRect">
            <a:avLst>
              <a:gd name="adj" fmla="val 50000"/>
            </a:avLst>
          </a:prstGeom>
          <a:noFill/>
          <a:ln w="38160">
            <a:solidFill>
              <a:srgbClr val="de4c36"/>
            </a:solidFill>
            <a:round/>
          </a:ln>
        </p:spPr>
        <p:style>
          <a:lnRef idx="0"/>
          <a:fillRef idx="0"/>
          <a:effectRef idx="0"/>
          <a:fontRef idx="minor"/>
        </p:style>
        <p:txBody>
          <a:bodyPr lIns="90000" rIns="90000" tIns="91440" bIns="91440" anchor="ctr">
            <a:noAutofit/>
          </a:bodyPr>
          <a:p>
            <a:pPr algn="ctr">
              <a:lnSpc>
                <a:spcPct val="100000"/>
              </a:lnSpc>
            </a:pPr>
            <a:r>
              <a:rPr b="0" lang="en" sz="1300" spc="-1" strike="noStrike">
                <a:solidFill>
                  <a:srgbClr val="000000"/>
                </a:solidFill>
                <a:latin typeface="Poppins"/>
                <a:ea typeface="Poppins"/>
              </a:rPr>
              <a:t>How The Website Works?</a:t>
            </a:r>
            <a:endParaRPr b="0" lang="en-US" sz="1300" spc="-1" strike="noStrike">
              <a:solidFill>
                <a:srgbClr val="000000"/>
              </a:solidFill>
              <a:latin typeface="Arial"/>
            </a:endParaRPr>
          </a:p>
        </p:txBody>
      </p:sp>
      <p:sp>
        <p:nvSpPr>
          <p:cNvPr id="182" name="CustomShape 4"/>
          <p:cNvSpPr/>
          <p:nvPr/>
        </p:nvSpPr>
        <p:spPr>
          <a:xfrm>
            <a:off x="1304640" y="3090240"/>
            <a:ext cx="3021120" cy="447480"/>
          </a:xfrm>
          <a:prstGeom prst="roundRect">
            <a:avLst>
              <a:gd name="adj" fmla="val 50000"/>
            </a:avLst>
          </a:prstGeom>
          <a:noFill/>
          <a:ln w="38160">
            <a:solidFill>
              <a:srgbClr val="de4c36"/>
            </a:solidFill>
            <a:round/>
          </a:ln>
        </p:spPr>
        <p:style>
          <a:lnRef idx="0"/>
          <a:fillRef idx="0"/>
          <a:effectRef idx="0"/>
          <a:fontRef idx="minor"/>
        </p:style>
        <p:txBody>
          <a:bodyPr lIns="90000" rIns="90000" tIns="91440" bIns="91440" anchor="ctr">
            <a:noAutofit/>
          </a:bodyPr>
          <a:p>
            <a:pPr algn="ctr">
              <a:lnSpc>
                <a:spcPct val="100000"/>
              </a:lnSpc>
            </a:pPr>
            <a:r>
              <a:rPr b="0" lang="en" sz="1300" spc="-1" strike="noStrike">
                <a:solidFill>
                  <a:srgbClr val="000000"/>
                </a:solidFill>
                <a:latin typeface="Poppins"/>
                <a:ea typeface="Poppins"/>
              </a:rPr>
              <a:t>HTTP vs HTTPS</a:t>
            </a:r>
            <a:endParaRPr b="0" lang="en-US" sz="1300" spc="-1" strike="noStrike">
              <a:solidFill>
                <a:srgbClr val="000000"/>
              </a:solidFill>
              <a:latin typeface="Arial"/>
            </a:endParaRPr>
          </a:p>
        </p:txBody>
      </p:sp>
      <p:sp>
        <p:nvSpPr>
          <p:cNvPr id="183" name="CustomShape 5"/>
          <p:cNvSpPr/>
          <p:nvPr/>
        </p:nvSpPr>
        <p:spPr>
          <a:xfrm>
            <a:off x="1304640" y="4046760"/>
            <a:ext cx="3021120" cy="447480"/>
          </a:xfrm>
          <a:prstGeom prst="roundRect">
            <a:avLst>
              <a:gd name="adj" fmla="val 50000"/>
            </a:avLst>
          </a:prstGeom>
          <a:noFill/>
          <a:ln w="38160">
            <a:solidFill>
              <a:srgbClr val="de4c36"/>
            </a:solidFill>
            <a:round/>
          </a:ln>
        </p:spPr>
        <p:style>
          <a:lnRef idx="0"/>
          <a:fillRef idx="0"/>
          <a:effectRef idx="0"/>
          <a:fontRef idx="minor"/>
        </p:style>
        <p:txBody>
          <a:bodyPr lIns="90000" rIns="90000" tIns="91440" bIns="91440" anchor="ctr">
            <a:noAutofit/>
          </a:bodyPr>
          <a:p>
            <a:pPr algn="ctr">
              <a:lnSpc>
                <a:spcPct val="100000"/>
              </a:lnSpc>
            </a:pPr>
            <a:r>
              <a:rPr b="0" lang="en" sz="1300" spc="-1" strike="noStrike">
                <a:solidFill>
                  <a:srgbClr val="000000"/>
                </a:solidFill>
                <a:latin typeface="Poppins"/>
                <a:ea typeface="Poppins"/>
              </a:rPr>
              <a:t>Anatomy of Get &amp; Post Requests</a:t>
            </a:r>
            <a:endParaRPr b="0" lang="en-US" sz="1300" spc="-1" strike="noStrike">
              <a:solidFill>
                <a:srgbClr val="000000"/>
              </a:solidFill>
              <a:latin typeface="Arial"/>
            </a:endParaRPr>
          </a:p>
        </p:txBody>
      </p:sp>
      <p:sp>
        <p:nvSpPr>
          <p:cNvPr id="184" name="CustomShape 6"/>
          <p:cNvSpPr/>
          <p:nvPr/>
        </p:nvSpPr>
        <p:spPr>
          <a:xfrm>
            <a:off x="5246640" y="2134080"/>
            <a:ext cx="3021120" cy="447480"/>
          </a:xfrm>
          <a:prstGeom prst="roundRect">
            <a:avLst>
              <a:gd name="adj" fmla="val 50000"/>
            </a:avLst>
          </a:prstGeom>
          <a:noFill/>
          <a:ln w="38160">
            <a:solidFill>
              <a:srgbClr val="de4c36"/>
            </a:solidFill>
            <a:round/>
          </a:ln>
        </p:spPr>
        <p:style>
          <a:lnRef idx="0"/>
          <a:fillRef idx="0"/>
          <a:effectRef idx="0"/>
          <a:fontRef idx="minor"/>
        </p:style>
        <p:txBody>
          <a:bodyPr lIns="90000" rIns="90000" tIns="91440" bIns="91440" anchor="ctr">
            <a:noAutofit/>
          </a:bodyPr>
          <a:p>
            <a:pPr algn="ctr">
              <a:lnSpc>
                <a:spcPct val="100000"/>
              </a:lnSpc>
            </a:pPr>
            <a:r>
              <a:rPr b="0" lang="en" sz="1300" spc="-1" strike="noStrike">
                <a:solidFill>
                  <a:srgbClr val="000000"/>
                </a:solidFill>
                <a:latin typeface="Poppins"/>
                <a:ea typeface="Poppins"/>
              </a:rPr>
              <a:t>What is DNS?</a:t>
            </a:r>
            <a:endParaRPr b="0" lang="en-US" sz="1300" spc="-1" strike="noStrike">
              <a:solidFill>
                <a:srgbClr val="000000"/>
              </a:solidFill>
              <a:latin typeface="Arial"/>
            </a:endParaRPr>
          </a:p>
        </p:txBody>
      </p:sp>
      <p:sp>
        <p:nvSpPr>
          <p:cNvPr id="185" name="CustomShape 7"/>
          <p:cNvSpPr/>
          <p:nvPr/>
        </p:nvSpPr>
        <p:spPr>
          <a:xfrm>
            <a:off x="5246640" y="3090240"/>
            <a:ext cx="3021120" cy="447480"/>
          </a:xfrm>
          <a:prstGeom prst="roundRect">
            <a:avLst>
              <a:gd name="adj" fmla="val 50000"/>
            </a:avLst>
          </a:prstGeom>
          <a:noFill/>
          <a:ln w="38160">
            <a:solidFill>
              <a:srgbClr val="de4c36"/>
            </a:solidFill>
            <a:round/>
          </a:ln>
        </p:spPr>
        <p:style>
          <a:lnRef idx="0"/>
          <a:fillRef idx="0"/>
          <a:effectRef idx="0"/>
          <a:fontRef idx="minor"/>
        </p:style>
        <p:txBody>
          <a:bodyPr lIns="90000" rIns="90000" tIns="91440" bIns="91440" anchor="ctr">
            <a:noAutofit/>
          </a:bodyPr>
          <a:p>
            <a:pPr algn="ctr">
              <a:lnSpc>
                <a:spcPct val="100000"/>
              </a:lnSpc>
            </a:pPr>
            <a:r>
              <a:rPr b="0" lang="en" sz="1300" spc="-1" strike="noStrike">
                <a:solidFill>
                  <a:srgbClr val="000000"/>
                </a:solidFill>
                <a:latin typeface="Poppins"/>
                <a:ea typeface="Poppins"/>
              </a:rPr>
              <a:t>HTTP Status Codes</a:t>
            </a:r>
            <a:endParaRPr b="0" lang="en-US" sz="1300" spc="-1" strike="noStrike">
              <a:solidFill>
                <a:srgbClr val="000000"/>
              </a:solidFill>
              <a:latin typeface="Arial"/>
            </a:endParaRPr>
          </a:p>
        </p:txBody>
      </p:sp>
      <p:sp>
        <p:nvSpPr>
          <p:cNvPr id="186" name="CustomShape 8"/>
          <p:cNvSpPr/>
          <p:nvPr/>
        </p:nvSpPr>
        <p:spPr>
          <a:xfrm>
            <a:off x="5246640" y="4046760"/>
            <a:ext cx="3021120" cy="447480"/>
          </a:xfrm>
          <a:prstGeom prst="roundRect">
            <a:avLst>
              <a:gd name="adj" fmla="val 50000"/>
            </a:avLst>
          </a:prstGeom>
          <a:noFill/>
          <a:ln w="38160">
            <a:solidFill>
              <a:srgbClr val="de4c36"/>
            </a:solidFill>
            <a:round/>
          </a:ln>
        </p:spPr>
        <p:style>
          <a:lnRef idx="0"/>
          <a:fillRef idx="0"/>
          <a:effectRef idx="0"/>
          <a:fontRef idx="minor"/>
        </p:style>
        <p:txBody>
          <a:bodyPr lIns="90000" rIns="90000" tIns="91440" bIns="91440" anchor="ctr">
            <a:noAutofit/>
          </a:bodyPr>
          <a:p>
            <a:pPr algn="ctr">
              <a:lnSpc>
                <a:spcPct val="100000"/>
              </a:lnSpc>
            </a:pPr>
            <a:r>
              <a:rPr b="0" lang="en" sz="1300" spc="-1" strike="noStrike">
                <a:solidFill>
                  <a:srgbClr val="000000"/>
                </a:solidFill>
                <a:latin typeface="Poppins"/>
                <a:ea typeface="Poppins"/>
              </a:rPr>
              <a:t>What’s Web Servers?</a:t>
            </a:r>
            <a:endParaRPr b="0" lang="en-US" sz="1300" spc="-1" strike="noStrike">
              <a:solidFill>
                <a:srgbClr val="000000"/>
              </a:solidFill>
              <a:latin typeface="Arial"/>
            </a:endParaRPr>
          </a:p>
        </p:txBody>
      </p:sp>
      <p:sp>
        <p:nvSpPr>
          <p:cNvPr id="187" name="CustomShape 9"/>
          <p:cNvSpPr/>
          <p:nvPr/>
        </p:nvSpPr>
        <p:spPr>
          <a:xfrm>
            <a:off x="4928400" y="2134080"/>
            <a:ext cx="447480" cy="447480"/>
          </a:xfrm>
          <a:prstGeom prst="ellipse">
            <a:avLst/>
          </a:prstGeom>
          <a:solidFill>
            <a:srgbClr val="eea398"/>
          </a:solidFill>
          <a:ln w="38160">
            <a:solidFill>
              <a:srgbClr val="de4c36"/>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88" name="CustomShape 10"/>
          <p:cNvSpPr/>
          <p:nvPr/>
        </p:nvSpPr>
        <p:spPr>
          <a:xfrm>
            <a:off x="4946040" y="2216880"/>
            <a:ext cx="411120" cy="268560"/>
          </a:xfrm>
          <a:prstGeom prst="rect">
            <a:avLst/>
          </a:prstGeom>
          <a:noFill/>
          <a:ln w="0">
            <a:noFill/>
          </a:ln>
        </p:spPr>
        <p:style>
          <a:lnRef idx="0"/>
          <a:fillRef idx="0"/>
          <a:effectRef idx="0"/>
          <a:fontRef idx="minor"/>
        </p:style>
        <p:txBody>
          <a:bodyPr lIns="90000" rIns="90000" tIns="91440" bIns="91440" anchor="ctr">
            <a:noAutofit/>
          </a:bodyPr>
          <a:p>
            <a:pPr algn="ctr">
              <a:lnSpc>
                <a:spcPct val="100000"/>
              </a:lnSpc>
            </a:pPr>
            <a:r>
              <a:rPr b="0" lang="en" sz="2400" spc="-1" strike="noStrike">
                <a:solidFill>
                  <a:srgbClr val="de4c36"/>
                </a:solidFill>
                <a:latin typeface="Poppins Black"/>
                <a:ea typeface="Poppins Black"/>
              </a:rPr>
              <a:t>2</a:t>
            </a:r>
            <a:endParaRPr b="0" lang="en-US" sz="2400" spc="-1" strike="noStrike">
              <a:solidFill>
                <a:srgbClr val="000000"/>
              </a:solidFill>
              <a:latin typeface="Arial"/>
            </a:endParaRPr>
          </a:p>
        </p:txBody>
      </p:sp>
      <p:sp>
        <p:nvSpPr>
          <p:cNvPr id="189" name="CustomShape 11"/>
          <p:cNvSpPr/>
          <p:nvPr/>
        </p:nvSpPr>
        <p:spPr>
          <a:xfrm>
            <a:off x="4928400" y="3090240"/>
            <a:ext cx="447480" cy="447480"/>
          </a:xfrm>
          <a:prstGeom prst="ellipse">
            <a:avLst/>
          </a:prstGeom>
          <a:solidFill>
            <a:srgbClr val="eea398"/>
          </a:solidFill>
          <a:ln w="38160">
            <a:solidFill>
              <a:srgbClr val="de4c36"/>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90" name="CustomShape 12"/>
          <p:cNvSpPr/>
          <p:nvPr/>
        </p:nvSpPr>
        <p:spPr>
          <a:xfrm>
            <a:off x="4928400" y="4046760"/>
            <a:ext cx="447480" cy="447480"/>
          </a:xfrm>
          <a:prstGeom prst="ellipse">
            <a:avLst/>
          </a:prstGeom>
          <a:solidFill>
            <a:srgbClr val="eea398"/>
          </a:solidFill>
          <a:ln w="38160">
            <a:solidFill>
              <a:srgbClr val="de4c36"/>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91" name="CustomShape 13"/>
          <p:cNvSpPr/>
          <p:nvPr/>
        </p:nvSpPr>
        <p:spPr>
          <a:xfrm>
            <a:off x="4935240" y="3180240"/>
            <a:ext cx="411120" cy="268560"/>
          </a:xfrm>
          <a:prstGeom prst="rect">
            <a:avLst/>
          </a:prstGeom>
          <a:noFill/>
          <a:ln w="0">
            <a:noFill/>
          </a:ln>
        </p:spPr>
        <p:style>
          <a:lnRef idx="0"/>
          <a:fillRef idx="0"/>
          <a:effectRef idx="0"/>
          <a:fontRef idx="minor"/>
        </p:style>
        <p:txBody>
          <a:bodyPr lIns="90000" rIns="90000" tIns="91440" bIns="91440" anchor="ctr">
            <a:noAutofit/>
          </a:bodyPr>
          <a:p>
            <a:pPr algn="ctr">
              <a:lnSpc>
                <a:spcPct val="100000"/>
              </a:lnSpc>
            </a:pPr>
            <a:r>
              <a:rPr b="0" lang="en" sz="2400" spc="-1" strike="noStrike">
                <a:solidFill>
                  <a:srgbClr val="de4c36"/>
                </a:solidFill>
                <a:latin typeface="Poppins Black"/>
                <a:ea typeface="Poppins Black"/>
              </a:rPr>
              <a:t>4</a:t>
            </a:r>
            <a:endParaRPr b="0" lang="en-US" sz="2400" spc="-1" strike="noStrike">
              <a:solidFill>
                <a:srgbClr val="000000"/>
              </a:solidFill>
              <a:latin typeface="Arial"/>
            </a:endParaRPr>
          </a:p>
        </p:txBody>
      </p:sp>
      <p:sp>
        <p:nvSpPr>
          <p:cNvPr id="192" name="CustomShape 14"/>
          <p:cNvSpPr/>
          <p:nvPr/>
        </p:nvSpPr>
        <p:spPr>
          <a:xfrm>
            <a:off x="4939920" y="4142520"/>
            <a:ext cx="411120" cy="268560"/>
          </a:xfrm>
          <a:prstGeom prst="rect">
            <a:avLst/>
          </a:prstGeom>
          <a:noFill/>
          <a:ln w="0">
            <a:noFill/>
          </a:ln>
        </p:spPr>
        <p:style>
          <a:lnRef idx="0"/>
          <a:fillRef idx="0"/>
          <a:effectRef idx="0"/>
          <a:fontRef idx="minor"/>
        </p:style>
        <p:txBody>
          <a:bodyPr lIns="90000" rIns="90000" tIns="91440" bIns="91440" anchor="ctr">
            <a:noAutofit/>
          </a:bodyPr>
          <a:p>
            <a:pPr algn="ctr">
              <a:lnSpc>
                <a:spcPct val="100000"/>
              </a:lnSpc>
            </a:pPr>
            <a:r>
              <a:rPr b="0" lang="en" sz="2400" spc="-1" strike="noStrike">
                <a:solidFill>
                  <a:srgbClr val="de4c36"/>
                </a:solidFill>
                <a:latin typeface="Poppins Black"/>
                <a:ea typeface="Poppins Black"/>
              </a:rPr>
              <a:t>6</a:t>
            </a:r>
            <a:endParaRPr b="0" lang="en-US" sz="2400" spc="-1" strike="noStrike">
              <a:solidFill>
                <a:srgbClr val="000000"/>
              </a:solidFill>
              <a:latin typeface="Arial"/>
            </a:endParaRPr>
          </a:p>
        </p:txBody>
      </p:sp>
      <p:sp>
        <p:nvSpPr>
          <p:cNvPr id="193" name="CustomShape 15"/>
          <p:cNvSpPr/>
          <p:nvPr/>
        </p:nvSpPr>
        <p:spPr>
          <a:xfrm>
            <a:off x="986400" y="2134080"/>
            <a:ext cx="447480" cy="447480"/>
          </a:xfrm>
          <a:prstGeom prst="ellipse">
            <a:avLst/>
          </a:prstGeom>
          <a:solidFill>
            <a:srgbClr val="eea398"/>
          </a:solidFill>
          <a:ln w="38160">
            <a:solidFill>
              <a:srgbClr val="de4c36"/>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94" name="CustomShape 16"/>
          <p:cNvSpPr/>
          <p:nvPr/>
        </p:nvSpPr>
        <p:spPr>
          <a:xfrm>
            <a:off x="986400" y="3090240"/>
            <a:ext cx="447480" cy="447480"/>
          </a:xfrm>
          <a:prstGeom prst="ellipse">
            <a:avLst/>
          </a:prstGeom>
          <a:solidFill>
            <a:srgbClr val="eea398"/>
          </a:solidFill>
          <a:ln w="38160">
            <a:solidFill>
              <a:srgbClr val="de4c36"/>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95" name="CustomShape 17"/>
          <p:cNvSpPr/>
          <p:nvPr/>
        </p:nvSpPr>
        <p:spPr>
          <a:xfrm>
            <a:off x="986400" y="4046760"/>
            <a:ext cx="447480" cy="447480"/>
          </a:xfrm>
          <a:prstGeom prst="ellipse">
            <a:avLst/>
          </a:prstGeom>
          <a:solidFill>
            <a:srgbClr val="eea398"/>
          </a:solidFill>
          <a:ln w="38160">
            <a:solidFill>
              <a:srgbClr val="de4c36"/>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96" name="CustomShape 18"/>
          <p:cNvSpPr/>
          <p:nvPr/>
        </p:nvSpPr>
        <p:spPr>
          <a:xfrm>
            <a:off x="1004040" y="2229120"/>
            <a:ext cx="411120" cy="268560"/>
          </a:xfrm>
          <a:prstGeom prst="rect">
            <a:avLst/>
          </a:prstGeom>
          <a:noFill/>
          <a:ln w="0">
            <a:noFill/>
          </a:ln>
        </p:spPr>
        <p:style>
          <a:lnRef idx="0"/>
          <a:fillRef idx="0"/>
          <a:effectRef idx="0"/>
          <a:fontRef idx="minor"/>
        </p:style>
        <p:txBody>
          <a:bodyPr lIns="90000" rIns="90000" tIns="91440" bIns="91440" anchor="ctr">
            <a:noAutofit/>
          </a:bodyPr>
          <a:p>
            <a:pPr algn="ctr">
              <a:lnSpc>
                <a:spcPct val="100000"/>
              </a:lnSpc>
            </a:pPr>
            <a:r>
              <a:rPr b="0" lang="en" sz="2400" spc="-1" strike="noStrike">
                <a:solidFill>
                  <a:srgbClr val="de4c36"/>
                </a:solidFill>
                <a:latin typeface="Poppins Black"/>
                <a:ea typeface="Poppins Black"/>
              </a:rPr>
              <a:t>1</a:t>
            </a:r>
            <a:endParaRPr b="0" lang="en-US" sz="2400" spc="-1" strike="noStrike">
              <a:solidFill>
                <a:srgbClr val="000000"/>
              </a:solidFill>
              <a:latin typeface="Arial"/>
            </a:endParaRPr>
          </a:p>
        </p:txBody>
      </p:sp>
      <p:sp>
        <p:nvSpPr>
          <p:cNvPr id="197" name="CustomShape 19"/>
          <p:cNvSpPr/>
          <p:nvPr/>
        </p:nvSpPr>
        <p:spPr>
          <a:xfrm>
            <a:off x="1005840" y="3186360"/>
            <a:ext cx="411120" cy="268560"/>
          </a:xfrm>
          <a:prstGeom prst="rect">
            <a:avLst/>
          </a:prstGeom>
          <a:noFill/>
          <a:ln w="0">
            <a:noFill/>
          </a:ln>
        </p:spPr>
        <p:style>
          <a:lnRef idx="0"/>
          <a:fillRef idx="0"/>
          <a:effectRef idx="0"/>
          <a:fontRef idx="minor"/>
        </p:style>
        <p:txBody>
          <a:bodyPr lIns="90000" rIns="90000" tIns="91440" bIns="91440" anchor="ctr">
            <a:noAutofit/>
          </a:bodyPr>
          <a:p>
            <a:pPr algn="ctr">
              <a:lnSpc>
                <a:spcPct val="100000"/>
              </a:lnSpc>
            </a:pPr>
            <a:r>
              <a:rPr b="0" lang="en" sz="2400" spc="-1" strike="noStrike">
                <a:solidFill>
                  <a:srgbClr val="de4c36"/>
                </a:solidFill>
                <a:latin typeface="Poppins Black"/>
                <a:ea typeface="Poppins Black"/>
              </a:rPr>
              <a:t>3</a:t>
            </a:r>
            <a:endParaRPr b="0" lang="en-US" sz="2400" spc="-1" strike="noStrike">
              <a:solidFill>
                <a:srgbClr val="000000"/>
              </a:solidFill>
              <a:latin typeface="Arial"/>
            </a:endParaRPr>
          </a:p>
        </p:txBody>
      </p:sp>
      <p:sp>
        <p:nvSpPr>
          <p:cNvPr id="198" name="CustomShape 20"/>
          <p:cNvSpPr/>
          <p:nvPr/>
        </p:nvSpPr>
        <p:spPr>
          <a:xfrm>
            <a:off x="997920" y="4142520"/>
            <a:ext cx="411120" cy="268560"/>
          </a:xfrm>
          <a:prstGeom prst="rect">
            <a:avLst/>
          </a:prstGeom>
          <a:noFill/>
          <a:ln w="0">
            <a:noFill/>
          </a:ln>
        </p:spPr>
        <p:style>
          <a:lnRef idx="0"/>
          <a:fillRef idx="0"/>
          <a:effectRef idx="0"/>
          <a:fontRef idx="minor"/>
        </p:style>
        <p:txBody>
          <a:bodyPr lIns="90000" rIns="90000" tIns="91440" bIns="91440" anchor="ctr">
            <a:noAutofit/>
          </a:bodyPr>
          <a:p>
            <a:pPr algn="ctr">
              <a:lnSpc>
                <a:spcPct val="100000"/>
              </a:lnSpc>
            </a:pPr>
            <a:r>
              <a:rPr b="0" lang="en" sz="2400" spc="-1" strike="noStrike">
                <a:solidFill>
                  <a:srgbClr val="de4c36"/>
                </a:solidFill>
                <a:latin typeface="Poppins Black"/>
                <a:ea typeface="Poppins Black"/>
              </a:rPr>
              <a:t>5</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9" name="CustomShape 1"/>
          <p:cNvSpPr/>
          <p:nvPr/>
        </p:nvSpPr>
        <p:spPr>
          <a:xfrm>
            <a:off x="3436920" y="623160"/>
            <a:ext cx="1166400" cy="581040"/>
          </a:xfrm>
          <a:prstGeom prst="rect">
            <a:avLst/>
          </a:prstGeom>
          <a:solidFill>
            <a:schemeClr val="accent4"/>
          </a:solidFill>
          <a:ln w="0">
            <a:noFill/>
          </a:ln>
        </p:spPr>
        <p:style>
          <a:lnRef idx="0"/>
          <a:fillRef idx="0"/>
          <a:effectRef idx="0"/>
          <a:fontRef idx="minor"/>
        </p:style>
        <p:txBody>
          <a:bodyPr lIns="90000" rIns="90000" tIns="91440" bIns="91440" anchor="ctr">
            <a:noAutofit/>
          </a:bodyPr>
          <a:p>
            <a:pPr algn="ctr">
              <a:lnSpc>
                <a:spcPct val="100000"/>
              </a:lnSpc>
            </a:pPr>
            <a:r>
              <a:rPr b="1" lang="en" sz="1500" spc="-1" strike="noStrike">
                <a:solidFill>
                  <a:srgbClr val="ffffff"/>
                </a:solidFill>
                <a:latin typeface="Poppins"/>
                <a:ea typeface="Poppins"/>
              </a:rPr>
              <a:t>Browser</a:t>
            </a:r>
            <a:endParaRPr b="0" lang="en-US" sz="1500" spc="-1" strike="noStrike">
              <a:solidFill>
                <a:srgbClr val="000000"/>
              </a:solidFill>
              <a:latin typeface="Arial"/>
            </a:endParaRPr>
          </a:p>
        </p:txBody>
      </p:sp>
      <p:sp>
        <p:nvSpPr>
          <p:cNvPr id="200" name="CustomShape 2"/>
          <p:cNvSpPr/>
          <p:nvPr/>
        </p:nvSpPr>
        <p:spPr>
          <a:xfrm>
            <a:off x="782640" y="623160"/>
            <a:ext cx="1166400" cy="581040"/>
          </a:xfrm>
          <a:prstGeom prst="rect">
            <a:avLst/>
          </a:prstGeom>
          <a:solidFill>
            <a:schemeClr val="accent4"/>
          </a:solidFill>
          <a:ln w="0">
            <a:noFill/>
          </a:ln>
        </p:spPr>
        <p:style>
          <a:lnRef idx="0"/>
          <a:fillRef idx="0"/>
          <a:effectRef idx="0"/>
          <a:fontRef idx="minor"/>
        </p:style>
        <p:txBody>
          <a:bodyPr lIns="90000" rIns="90000" tIns="91440" bIns="91440" anchor="ctr">
            <a:noAutofit/>
          </a:bodyPr>
          <a:p>
            <a:pPr algn="ctr">
              <a:lnSpc>
                <a:spcPct val="100000"/>
              </a:lnSpc>
            </a:pPr>
            <a:r>
              <a:rPr b="1" lang="en" sz="1500" spc="-1" strike="noStrike">
                <a:solidFill>
                  <a:srgbClr val="ffffff"/>
                </a:solidFill>
                <a:latin typeface="Poppins"/>
                <a:ea typeface="Poppins"/>
              </a:rPr>
              <a:t>User</a:t>
            </a:r>
            <a:endParaRPr b="0" lang="en-US" sz="1500" spc="-1" strike="noStrike">
              <a:solidFill>
                <a:srgbClr val="000000"/>
              </a:solidFill>
              <a:latin typeface="Arial"/>
            </a:endParaRPr>
          </a:p>
        </p:txBody>
      </p:sp>
      <p:sp>
        <p:nvSpPr>
          <p:cNvPr id="201" name="CustomShape 3"/>
          <p:cNvSpPr/>
          <p:nvPr/>
        </p:nvSpPr>
        <p:spPr>
          <a:xfrm>
            <a:off x="2233440" y="2022840"/>
            <a:ext cx="3758760" cy="314280"/>
          </a:xfrm>
          <a:prstGeom prst="rect">
            <a:avLst/>
          </a:prstGeom>
          <a:solidFill>
            <a:srgbClr val="f1c232"/>
          </a:solidFill>
          <a:ln w="19080">
            <a:solidFill>
              <a:srgbClr val="ff9900"/>
            </a:solidFill>
            <a:round/>
          </a:ln>
        </p:spPr>
        <p:style>
          <a:lnRef idx="0"/>
          <a:fillRef idx="0"/>
          <a:effectRef idx="0"/>
          <a:fontRef idx="minor"/>
        </p:style>
        <p:txBody>
          <a:bodyPr lIns="90000" rIns="90000" tIns="91440" bIns="91440" anchor="ctr">
            <a:noAutofit/>
          </a:bodyPr>
          <a:p>
            <a:pPr algn="ctr">
              <a:lnSpc>
                <a:spcPct val="100000"/>
              </a:lnSpc>
            </a:pPr>
            <a:r>
              <a:rPr b="0" lang="en" sz="1300" spc="-1" strike="noStrike">
                <a:solidFill>
                  <a:srgbClr val="ffffff"/>
                </a:solidFill>
                <a:latin typeface="Poppins"/>
                <a:ea typeface="Poppins"/>
              </a:rPr>
              <a:t>https://www.iti.gov.eg</a:t>
            </a:r>
            <a:endParaRPr b="0" lang="en-US" sz="1300" spc="-1" strike="noStrike">
              <a:solidFill>
                <a:srgbClr val="000000"/>
              </a:solidFill>
              <a:latin typeface="Arial"/>
            </a:endParaRPr>
          </a:p>
        </p:txBody>
      </p:sp>
      <p:sp>
        <p:nvSpPr>
          <p:cNvPr id="202" name="CustomShape 4"/>
          <p:cNvSpPr/>
          <p:nvPr/>
        </p:nvSpPr>
        <p:spPr>
          <a:xfrm>
            <a:off x="6221520" y="623160"/>
            <a:ext cx="2136600" cy="1713960"/>
          </a:xfrm>
          <a:prstGeom prst="rect">
            <a:avLst/>
          </a:prstGeom>
          <a:solidFill>
            <a:srgbClr val="ffe599"/>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03" name="CustomShape 5"/>
          <p:cNvSpPr/>
          <p:nvPr/>
        </p:nvSpPr>
        <p:spPr>
          <a:xfrm>
            <a:off x="6316560" y="722880"/>
            <a:ext cx="1970640" cy="176400"/>
          </a:xfrm>
          <a:prstGeom prst="rect">
            <a:avLst/>
          </a:prstGeom>
          <a:solidFill>
            <a:srgbClr val="ff9900"/>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04" name="CustomShape 6"/>
          <p:cNvSpPr/>
          <p:nvPr/>
        </p:nvSpPr>
        <p:spPr>
          <a:xfrm>
            <a:off x="7120440" y="1056960"/>
            <a:ext cx="1166400" cy="176400"/>
          </a:xfrm>
          <a:prstGeom prst="rect">
            <a:avLst/>
          </a:prstGeom>
          <a:solidFill>
            <a:srgbClr val="ff9900"/>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05" name="CustomShape 7"/>
          <p:cNvSpPr/>
          <p:nvPr/>
        </p:nvSpPr>
        <p:spPr>
          <a:xfrm>
            <a:off x="7120440" y="1370520"/>
            <a:ext cx="1166400" cy="176400"/>
          </a:xfrm>
          <a:prstGeom prst="rect">
            <a:avLst/>
          </a:prstGeom>
          <a:solidFill>
            <a:srgbClr val="ff9900"/>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06" name="CustomShape 8"/>
          <p:cNvSpPr/>
          <p:nvPr/>
        </p:nvSpPr>
        <p:spPr>
          <a:xfrm>
            <a:off x="7120440" y="1684080"/>
            <a:ext cx="1166400" cy="176400"/>
          </a:xfrm>
          <a:prstGeom prst="rect">
            <a:avLst/>
          </a:prstGeom>
          <a:solidFill>
            <a:srgbClr val="ff9900"/>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07" name="CustomShape 9"/>
          <p:cNvSpPr/>
          <p:nvPr/>
        </p:nvSpPr>
        <p:spPr>
          <a:xfrm>
            <a:off x="6316560" y="1047240"/>
            <a:ext cx="611640" cy="1146960"/>
          </a:xfrm>
          <a:prstGeom prst="rect">
            <a:avLst/>
          </a:prstGeom>
          <a:solidFill>
            <a:schemeClr val="accent4"/>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08" name="CustomShape 10"/>
          <p:cNvSpPr/>
          <p:nvPr/>
        </p:nvSpPr>
        <p:spPr>
          <a:xfrm>
            <a:off x="4851720" y="730440"/>
            <a:ext cx="1166400" cy="366840"/>
          </a:xfrm>
          <a:prstGeom prst="rightArrow">
            <a:avLst>
              <a:gd name="adj1" fmla="val 50000"/>
              <a:gd name="adj2" fmla="val 50000"/>
            </a:avLst>
          </a:prstGeom>
          <a:solidFill>
            <a:srgbClr val="999999"/>
          </a:solidFill>
          <a:ln w="19080">
            <a:solidFill>
              <a:srgbClr val="434343"/>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209" name="CustomShape 11"/>
          <p:cNvSpPr/>
          <p:nvPr/>
        </p:nvSpPr>
        <p:spPr>
          <a:xfrm rot="5400000">
            <a:off x="3757680" y="1429920"/>
            <a:ext cx="530640" cy="366840"/>
          </a:xfrm>
          <a:prstGeom prst="rightArrow">
            <a:avLst>
              <a:gd name="adj1" fmla="val 50000"/>
              <a:gd name="adj2" fmla="val 50000"/>
            </a:avLst>
          </a:prstGeom>
          <a:solidFill>
            <a:srgbClr val="999999"/>
          </a:solidFill>
          <a:ln w="19080">
            <a:solidFill>
              <a:srgbClr val="434343"/>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210" name="CustomShape 12"/>
          <p:cNvSpPr/>
          <p:nvPr/>
        </p:nvSpPr>
        <p:spPr>
          <a:xfrm rot="5400000">
            <a:off x="3757680" y="2606760"/>
            <a:ext cx="530640" cy="366840"/>
          </a:xfrm>
          <a:prstGeom prst="rightArrow">
            <a:avLst>
              <a:gd name="adj1" fmla="val 50000"/>
              <a:gd name="adj2" fmla="val 50000"/>
            </a:avLst>
          </a:prstGeom>
          <a:solidFill>
            <a:srgbClr val="999999"/>
          </a:solidFill>
          <a:ln w="19080">
            <a:solidFill>
              <a:srgbClr val="434343"/>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211" name="CustomShape 13"/>
          <p:cNvSpPr/>
          <p:nvPr/>
        </p:nvSpPr>
        <p:spPr>
          <a:xfrm>
            <a:off x="3225240" y="3223440"/>
            <a:ext cx="1530720" cy="314280"/>
          </a:xfrm>
          <a:prstGeom prst="rect">
            <a:avLst/>
          </a:prstGeom>
          <a:solidFill>
            <a:srgbClr val="1c4587"/>
          </a:solidFill>
          <a:ln w="28440">
            <a:solidFill>
              <a:srgbClr val="595959"/>
            </a:solidFill>
            <a:round/>
          </a:ln>
        </p:spPr>
        <p:style>
          <a:lnRef idx="0"/>
          <a:fillRef idx="0"/>
          <a:effectRef idx="0"/>
          <a:fontRef idx="minor"/>
        </p:style>
        <p:txBody>
          <a:bodyPr lIns="90000" rIns="90000" tIns="91440" bIns="91440" anchor="ctr">
            <a:noAutofit/>
          </a:bodyPr>
          <a:p>
            <a:pPr algn="ctr">
              <a:lnSpc>
                <a:spcPct val="100000"/>
              </a:lnSpc>
            </a:pPr>
            <a:r>
              <a:rPr b="1" lang="en" sz="1400" spc="-1" strike="noStrike">
                <a:solidFill>
                  <a:srgbClr val="ffffff"/>
                </a:solidFill>
                <a:latin typeface="Poppins"/>
                <a:ea typeface="Poppins"/>
              </a:rPr>
              <a:t>DNS Server</a:t>
            </a:r>
            <a:endParaRPr b="0" lang="en-US" sz="1400" spc="-1" strike="noStrike">
              <a:solidFill>
                <a:srgbClr val="ffffff"/>
              </a:solidFill>
              <a:latin typeface="Arial"/>
            </a:endParaRPr>
          </a:p>
        </p:txBody>
      </p:sp>
      <p:sp>
        <p:nvSpPr>
          <p:cNvPr id="212" name="CustomShape 14"/>
          <p:cNvSpPr/>
          <p:nvPr/>
        </p:nvSpPr>
        <p:spPr>
          <a:xfrm>
            <a:off x="3429720" y="4397040"/>
            <a:ext cx="1116720" cy="314280"/>
          </a:xfrm>
          <a:prstGeom prst="rect">
            <a:avLst/>
          </a:prstGeom>
          <a:solidFill>
            <a:srgbClr val="1c4587"/>
          </a:solidFill>
          <a:ln w="28440">
            <a:solidFill>
              <a:srgbClr val="595959"/>
            </a:solidFill>
            <a:round/>
          </a:ln>
        </p:spPr>
        <p:style>
          <a:lnRef idx="0"/>
          <a:fillRef idx="0"/>
          <a:effectRef idx="0"/>
          <a:fontRef idx="minor"/>
        </p:style>
        <p:txBody>
          <a:bodyPr lIns="90000" rIns="90000" tIns="91440" bIns="91440" anchor="ctr">
            <a:noAutofit/>
          </a:bodyPr>
          <a:p>
            <a:pPr algn="ctr">
              <a:lnSpc>
                <a:spcPct val="100000"/>
              </a:lnSpc>
            </a:pPr>
            <a:r>
              <a:rPr b="1" lang="en" sz="1400" spc="-1" strike="noStrike">
                <a:solidFill>
                  <a:srgbClr val="ffffff"/>
                </a:solidFill>
                <a:latin typeface="Poppins"/>
                <a:ea typeface="Poppins"/>
              </a:rPr>
              <a:t>Server</a:t>
            </a:r>
            <a:endParaRPr b="0" lang="en-US" sz="1400" spc="-1" strike="noStrike">
              <a:solidFill>
                <a:srgbClr val="ffffff"/>
              </a:solidFill>
              <a:latin typeface="Arial"/>
            </a:endParaRPr>
          </a:p>
        </p:txBody>
      </p:sp>
      <p:sp>
        <p:nvSpPr>
          <p:cNvPr id="213" name="CustomShape 15"/>
          <p:cNvSpPr/>
          <p:nvPr/>
        </p:nvSpPr>
        <p:spPr>
          <a:xfrm rot="5400000">
            <a:off x="3757680" y="3783600"/>
            <a:ext cx="530640" cy="366840"/>
          </a:xfrm>
          <a:prstGeom prst="rightArrow">
            <a:avLst>
              <a:gd name="adj1" fmla="val 50000"/>
              <a:gd name="adj2" fmla="val 50000"/>
            </a:avLst>
          </a:prstGeom>
          <a:solidFill>
            <a:srgbClr val="999999"/>
          </a:solidFill>
          <a:ln w="19080">
            <a:solidFill>
              <a:srgbClr val="434343"/>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214" name="CustomShape 16"/>
          <p:cNvSpPr/>
          <p:nvPr/>
        </p:nvSpPr>
        <p:spPr>
          <a:xfrm>
            <a:off x="7120440" y="2017800"/>
            <a:ext cx="1166400" cy="176400"/>
          </a:xfrm>
          <a:prstGeom prst="rect">
            <a:avLst/>
          </a:prstGeom>
          <a:solidFill>
            <a:srgbClr val="ff9900"/>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15" name="CustomShape 17"/>
          <p:cNvSpPr/>
          <p:nvPr/>
        </p:nvSpPr>
        <p:spPr>
          <a:xfrm flipH="1" rot="10800000">
            <a:off x="4547160" y="2343600"/>
            <a:ext cx="2738520" cy="2212200"/>
          </a:xfrm>
          <a:prstGeom prst="bentConnector2">
            <a:avLst/>
          </a:prstGeom>
          <a:noFill/>
          <a:ln w="19080">
            <a:solidFill>
              <a:srgbClr val="595959"/>
            </a:solidFill>
            <a:round/>
            <a:tailEnd len="med" type="stealth" w="me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16" name="CustomShape 18"/>
          <p:cNvSpPr/>
          <p:nvPr/>
        </p:nvSpPr>
        <p:spPr>
          <a:xfrm>
            <a:off x="5995440" y="4002120"/>
            <a:ext cx="1009440" cy="314280"/>
          </a:xfrm>
          <a:prstGeom prst="rect">
            <a:avLst/>
          </a:prstGeom>
          <a:solidFill>
            <a:srgbClr val="ffff00"/>
          </a:solidFill>
          <a:ln w="19080">
            <a:solidFill>
              <a:srgbClr val="434343"/>
            </a:solidFill>
            <a:round/>
          </a:ln>
        </p:spPr>
        <p:style>
          <a:lnRef idx="0"/>
          <a:fillRef idx="0"/>
          <a:effectRef idx="0"/>
          <a:fontRef idx="minor"/>
        </p:style>
        <p:txBody>
          <a:bodyPr lIns="90000" rIns="90000" tIns="91440" bIns="91440" anchor="ctr">
            <a:noAutofit/>
          </a:bodyPr>
          <a:p>
            <a:pPr algn="ctr">
              <a:lnSpc>
                <a:spcPct val="100000"/>
              </a:lnSpc>
            </a:pPr>
            <a:r>
              <a:rPr b="1" lang="en" sz="1200" spc="-1" strike="noStrike">
                <a:solidFill>
                  <a:srgbClr val="212121"/>
                </a:solidFill>
                <a:latin typeface="Poppins"/>
                <a:ea typeface="Poppins"/>
              </a:rPr>
              <a:t>Response</a:t>
            </a:r>
            <a:endParaRPr b="0" lang="en-US" sz="1200" spc="-1" strike="noStrike">
              <a:solidFill>
                <a:srgbClr val="000000"/>
              </a:solidFill>
              <a:latin typeface="Arial"/>
            </a:endParaRPr>
          </a:p>
        </p:txBody>
      </p:sp>
      <p:sp>
        <p:nvSpPr>
          <p:cNvPr id="217" name="CustomShape 19"/>
          <p:cNvSpPr/>
          <p:nvPr/>
        </p:nvSpPr>
        <p:spPr>
          <a:xfrm>
            <a:off x="6743160" y="285840"/>
            <a:ext cx="1116720" cy="396000"/>
          </a:xfrm>
          <a:prstGeom prst="rect">
            <a:avLst/>
          </a:prstGeom>
          <a:noFill/>
          <a:ln w="0">
            <a:noFill/>
          </a:ln>
        </p:spPr>
        <p:style>
          <a:lnRef idx="0"/>
          <a:fillRef idx="0"/>
          <a:effectRef idx="0"/>
          <a:fontRef idx="minor"/>
        </p:style>
        <p:txBody>
          <a:bodyPr lIns="90000" rIns="90000" tIns="91440" bIns="91440" anchor="t">
            <a:spAutoFit/>
          </a:bodyPr>
          <a:p>
            <a:pPr algn="ctr">
              <a:lnSpc>
                <a:spcPct val="100000"/>
              </a:lnSpc>
            </a:pPr>
            <a:r>
              <a:rPr b="1" lang="en" sz="1400" spc="-1" strike="noStrike">
                <a:solidFill>
                  <a:srgbClr val="ffab40"/>
                </a:solidFill>
                <a:latin typeface="Poppins"/>
                <a:ea typeface="Poppins"/>
              </a:rPr>
              <a:t>Website</a:t>
            </a:r>
            <a:endParaRPr b="0" lang="en-US" sz="1400" spc="-1" strike="noStrike">
              <a:solidFill>
                <a:srgbClr val="000000"/>
              </a:solidFill>
              <a:latin typeface="Arial"/>
            </a:endParaRPr>
          </a:p>
        </p:txBody>
      </p:sp>
      <p:sp>
        <p:nvSpPr>
          <p:cNvPr id="218" name="CustomShape 20"/>
          <p:cNvSpPr/>
          <p:nvPr/>
        </p:nvSpPr>
        <p:spPr>
          <a:xfrm>
            <a:off x="3019680" y="2796840"/>
            <a:ext cx="912960" cy="360"/>
          </a:xfrm>
          <a:custGeom>
            <a:avLst/>
            <a:gdLst>
              <a:gd name="textAreaLeft" fmla="*/ 0 w 912960"/>
              <a:gd name="textAreaRight" fmla="*/ 914040 w 912960"/>
              <a:gd name="textAreaTop" fmla="*/ 0 h 360"/>
              <a:gd name="textAreaBottom" fmla="*/ 2880 h 360"/>
            </a:gdLst>
            <a:ahLst/>
            <a:rect l="textAreaLeft" t="textAreaTop" r="textAreaRight" b="textAreaBottom"/>
            <a:pathLst>
              <a:path w="21600" h="21600">
                <a:moveTo>
                  <a:pt x="0" y="0"/>
                </a:moveTo>
                <a:lnTo>
                  <a:pt x="21600" y="21600"/>
                </a:lnTo>
              </a:path>
            </a:pathLst>
          </a:custGeom>
          <a:noFill/>
          <a:ln w="9360">
            <a:solidFill>
              <a:srgbClr val="595959"/>
            </a:solidFill>
            <a:round/>
            <a:tailEnd len="med" type="stealth" w="med"/>
          </a:ln>
        </p:spPr>
        <p:style>
          <a:lnRef idx="0"/>
          <a:fillRef idx="0"/>
          <a:effectRef idx="0"/>
          <a:fontRef idx="minor"/>
        </p:style>
        <p:txBody>
          <a:bodyPr lIns="90000" rIns="90000" tIns="-44280" bIns="-44280" anchor="t">
            <a:noAutofit/>
          </a:bodyPr>
          <a:p>
            <a:pPr>
              <a:lnSpc>
                <a:spcPct val="100000"/>
              </a:lnSpc>
            </a:pPr>
            <a:endParaRPr b="0" lang="en-US" sz="1800" spc="-1" strike="noStrike">
              <a:solidFill>
                <a:srgbClr val="000000"/>
              </a:solidFill>
              <a:latin typeface="Arial"/>
              <a:ea typeface="DejaVu Sans"/>
            </a:endParaRPr>
          </a:p>
        </p:txBody>
      </p:sp>
      <p:sp>
        <p:nvSpPr>
          <p:cNvPr id="219" name="CustomShape 21"/>
          <p:cNvSpPr/>
          <p:nvPr/>
        </p:nvSpPr>
        <p:spPr>
          <a:xfrm>
            <a:off x="4793400" y="3107880"/>
            <a:ext cx="1116720" cy="518040"/>
          </a:xfrm>
          <a:prstGeom prst="rect">
            <a:avLst/>
          </a:prstGeom>
          <a:noFill/>
          <a:ln w="0">
            <a:noFill/>
          </a:ln>
        </p:spPr>
        <p:style>
          <a:lnRef idx="0"/>
          <a:fillRef idx="0"/>
          <a:effectRef idx="0"/>
          <a:fontRef idx="minor"/>
        </p:style>
        <p:txBody>
          <a:bodyPr lIns="90000" rIns="90000" tIns="91440" bIns="91440" anchor="t">
            <a:spAutoFit/>
          </a:bodyPr>
          <a:p>
            <a:pPr>
              <a:lnSpc>
                <a:spcPct val="100000"/>
              </a:lnSpc>
            </a:pPr>
            <a:r>
              <a:rPr b="0" lang="en" sz="1100" spc="-1" strike="noStrike">
                <a:solidFill>
                  <a:srgbClr val="212121"/>
                </a:solidFill>
                <a:latin typeface="Poppins"/>
                <a:ea typeface="Poppins"/>
              </a:rPr>
              <a:t>Translates </a:t>
            </a:r>
            <a:endParaRPr b="0" lang="en-US" sz="1100" spc="-1" strike="noStrike">
              <a:solidFill>
                <a:srgbClr val="000000"/>
              </a:solidFill>
              <a:latin typeface="Arial"/>
            </a:endParaRPr>
          </a:p>
          <a:p>
            <a:pPr>
              <a:lnSpc>
                <a:spcPct val="100000"/>
              </a:lnSpc>
            </a:pPr>
            <a:r>
              <a:rPr b="0" lang="en" sz="1100" spc="-1" strike="noStrike">
                <a:solidFill>
                  <a:srgbClr val="212121"/>
                </a:solidFill>
                <a:latin typeface="Poppins"/>
                <a:ea typeface="Poppins"/>
              </a:rPr>
              <a:t>domain to IP</a:t>
            </a:r>
            <a:endParaRPr b="0" lang="en-US" sz="1100" spc="-1" strike="noStrike">
              <a:solidFill>
                <a:srgbClr val="000000"/>
              </a:solidFill>
              <a:latin typeface="Arial"/>
            </a:endParaRPr>
          </a:p>
        </p:txBody>
      </p:sp>
      <p:sp>
        <p:nvSpPr>
          <p:cNvPr id="220" name="CustomShape 22"/>
          <p:cNvSpPr/>
          <p:nvPr/>
        </p:nvSpPr>
        <p:spPr>
          <a:xfrm>
            <a:off x="4929840" y="4561560"/>
            <a:ext cx="2755440" cy="335880"/>
          </a:xfrm>
          <a:prstGeom prst="rect">
            <a:avLst/>
          </a:prstGeom>
          <a:noFill/>
          <a:ln w="0">
            <a:noFill/>
          </a:ln>
        </p:spPr>
        <p:style>
          <a:lnRef idx="0"/>
          <a:fillRef idx="0"/>
          <a:effectRef idx="0"/>
          <a:fontRef idx="minor"/>
        </p:style>
        <p:txBody>
          <a:bodyPr lIns="90000" rIns="90000" tIns="84240" bIns="84240" anchor="t">
            <a:spAutoFit/>
          </a:bodyPr>
          <a:p>
            <a:pPr>
              <a:lnSpc>
                <a:spcPct val="100000"/>
              </a:lnSpc>
            </a:pPr>
            <a:r>
              <a:rPr b="0" lang="en" sz="1100" spc="-1" strike="noStrike">
                <a:solidFill>
                  <a:srgbClr val="212121"/>
                </a:solidFill>
                <a:latin typeface="Poppins"/>
                <a:ea typeface="Poppins"/>
              </a:rPr>
              <a:t>Stores or generates website</a:t>
            </a:r>
            <a:endParaRPr b="0" lang="en-US" sz="1100" spc="-1" strike="noStrike">
              <a:solidFill>
                <a:srgbClr val="000000"/>
              </a:solidFill>
              <a:latin typeface="Arial"/>
            </a:endParaRPr>
          </a:p>
        </p:txBody>
      </p:sp>
      <p:sp>
        <p:nvSpPr>
          <p:cNvPr id="221" name="CustomShape 23"/>
          <p:cNvSpPr/>
          <p:nvPr/>
        </p:nvSpPr>
        <p:spPr>
          <a:xfrm>
            <a:off x="2874240" y="1384560"/>
            <a:ext cx="964800" cy="335880"/>
          </a:xfrm>
          <a:prstGeom prst="rect">
            <a:avLst/>
          </a:prstGeom>
          <a:noFill/>
          <a:ln w="0">
            <a:noFill/>
          </a:ln>
        </p:spPr>
        <p:style>
          <a:lnRef idx="0"/>
          <a:fillRef idx="0"/>
          <a:effectRef idx="0"/>
          <a:fontRef idx="minor"/>
        </p:style>
        <p:txBody>
          <a:bodyPr lIns="90000" rIns="90000" tIns="84240" bIns="84240" anchor="t">
            <a:spAutoFit/>
          </a:bodyPr>
          <a:p>
            <a:pPr>
              <a:lnSpc>
                <a:spcPct val="100000"/>
              </a:lnSpc>
            </a:pPr>
            <a:r>
              <a:rPr b="0" lang="en" sz="1100" spc="-1" strike="noStrike">
                <a:solidFill>
                  <a:srgbClr val="212121"/>
                </a:solidFill>
                <a:latin typeface="Poppins"/>
                <a:ea typeface="Poppins"/>
              </a:rPr>
              <a:t>Enter a URL</a:t>
            </a:r>
            <a:endParaRPr b="0" lang="en-US" sz="1100" spc="-1" strike="noStrike">
              <a:solidFill>
                <a:srgbClr val="000000"/>
              </a:solidFill>
              <a:latin typeface="Arial"/>
            </a:endParaRPr>
          </a:p>
        </p:txBody>
      </p:sp>
      <p:sp>
        <p:nvSpPr>
          <p:cNvPr id="222" name="CustomShape 24"/>
          <p:cNvSpPr/>
          <p:nvPr/>
        </p:nvSpPr>
        <p:spPr>
          <a:xfrm>
            <a:off x="4844880" y="1055160"/>
            <a:ext cx="1363680" cy="335880"/>
          </a:xfrm>
          <a:prstGeom prst="rect">
            <a:avLst/>
          </a:prstGeom>
          <a:noFill/>
          <a:ln w="0">
            <a:noFill/>
          </a:ln>
        </p:spPr>
        <p:style>
          <a:lnRef idx="0"/>
          <a:fillRef idx="0"/>
          <a:effectRef idx="0"/>
          <a:fontRef idx="minor"/>
        </p:style>
        <p:txBody>
          <a:bodyPr lIns="90000" rIns="90000" tIns="84240" bIns="84240" anchor="t">
            <a:spAutoFit/>
          </a:bodyPr>
          <a:p>
            <a:pPr>
              <a:lnSpc>
                <a:spcPct val="100000"/>
              </a:lnSpc>
            </a:pPr>
            <a:r>
              <a:rPr b="0" lang="en" sz="1100" spc="-1" strike="noStrike">
                <a:solidFill>
                  <a:srgbClr val="212121"/>
                </a:solidFill>
                <a:latin typeface="Poppins"/>
                <a:ea typeface="Poppins"/>
              </a:rPr>
              <a:t>Expect to see</a:t>
            </a:r>
            <a:endParaRPr b="0" lang="en-US" sz="1100" spc="-1" strike="noStrike">
              <a:solidFill>
                <a:srgbClr val="000000"/>
              </a:solidFill>
              <a:latin typeface="Arial"/>
            </a:endParaRPr>
          </a:p>
        </p:txBody>
      </p:sp>
      <p:sp>
        <p:nvSpPr>
          <p:cNvPr id="223" name="CustomShape 25"/>
          <p:cNvSpPr/>
          <p:nvPr/>
        </p:nvSpPr>
        <p:spPr>
          <a:xfrm>
            <a:off x="2108520" y="730440"/>
            <a:ext cx="1166400" cy="366840"/>
          </a:xfrm>
          <a:prstGeom prst="rightArrow">
            <a:avLst>
              <a:gd name="adj1" fmla="val 50000"/>
              <a:gd name="adj2" fmla="val 50000"/>
            </a:avLst>
          </a:prstGeom>
          <a:solidFill>
            <a:srgbClr val="999999"/>
          </a:solidFill>
          <a:ln w="19080">
            <a:solidFill>
              <a:srgbClr val="434343"/>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224" name="CustomShape 26"/>
          <p:cNvSpPr/>
          <p:nvPr/>
        </p:nvSpPr>
        <p:spPr>
          <a:xfrm>
            <a:off x="2233440" y="2624760"/>
            <a:ext cx="891360" cy="314280"/>
          </a:xfrm>
          <a:prstGeom prst="rect">
            <a:avLst/>
          </a:prstGeom>
          <a:solidFill>
            <a:srgbClr val="ffff00"/>
          </a:solidFill>
          <a:ln w="19080">
            <a:solidFill>
              <a:srgbClr val="434343"/>
            </a:solidFill>
            <a:round/>
          </a:ln>
        </p:spPr>
        <p:style>
          <a:lnRef idx="0"/>
          <a:fillRef idx="0"/>
          <a:effectRef idx="0"/>
          <a:fontRef idx="minor"/>
        </p:style>
        <p:txBody>
          <a:bodyPr lIns="90000" rIns="90000" tIns="91440" bIns="91440" anchor="ctr">
            <a:noAutofit/>
          </a:bodyPr>
          <a:p>
            <a:pPr algn="ctr">
              <a:lnSpc>
                <a:spcPct val="100000"/>
              </a:lnSpc>
            </a:pPr>
            <a:r>
              <a:rPr b="1" lang="en" sz="1200" spc="-1" strike="noStrike">
                <a:solidFill>
                  <a:srgbClr val="212121"/>
                </a:solidFill>
                <a:latin typeface="Poppins"/>
                <a:ea typeface="Poppins"/>
              </a:rPr>
              <a:t>Request</a:t>
            </a:r>
            <a:endParaRPr b="0"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5" name="CustomShape 1"/>
          <p:cNvSpPr/>
          <p:nvPr/>
        </p:nvSpPr>
        <p:spPr>
          <a:xfrm>
            <a:off x="720000" y="972360"/>
            <a:ext cx="5281560" cy="269280"/>
          </a:xfrm>
          <a:prstGeom prst="roundRect">
            <a:avLst>
              <a:gd name="adj" fmla="val 50000"/>
            </a:avLst>
          </a:prstGeom>
          <a:solidFill>
            <a:srgbClr val="f77967"/>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226" name="CustomShape 2"/>
          <p:cNvSpPr/>
          <p:nvPr/>
        </p:nvSpPr>
        <p:spPr>
          <a:xfrm>
            <a:off x="680040" y="534600"/>
            <a:ext cx="7700760" cy="609480"/>
          </a:xfrm>
          <a:prstGeom prst="rect">
            <a:avLst/>
          </a:prstGeom>
          <a:noFill/>
          <a:ln w="0">
            <a:noFill/>
          </a:ln>
        </p:spPr>
        <p:style>
          <a:lnRef idx="0"/>
          <a:fillRef idx="0"/>
          <a:effectRef idx="0"/>
          <a:fontRef idx="minor"/>
        </p:style>
        <p:txBody>
          <a:bodyPr lIns="90000" rIns="90000" tIns="91440" bIns="91440" anchor="t">
            <a:noAutofit/>
          </a:bodyPr>
          <a:p>
            <a:pPr>
              <a:lnSpc>
                <a:spcPct val="100000"/>
              </a:lnSpc>
            </a:pPr>
            <a:r>
              <a:rPr b="0" lang="en" sz="3200" spc="-1" strike="noStrike">
                <a:solidFill>
                  <a:srgbClr val="263238"/>
                </a:solidFill>
                <a:latin typeface="Poppins Black"/>
                <a:ea typeface="Poppins Black"/>
              </a:rPr>
              <a:t>What’s the DNS?</a:t>
            </a:r>
            <a:endParaRPr b="0" lang="en-US" sz="3200" spc="-1" strike="noStrike">
              <a:solidFill>
                <a:srgbClr val="000000"/>
              </a:solidFill>
              <a:latin typeface="Arial"/>
            </a:endParaRPr>
          </a:p>
        </p:txBody>
      </p:sp>
      <p:sp>
        <p:nvSpPr>
          <p:cNvPr id="227" name="CustomShape 3"/>
          <p:cNvSpPr/>
          <p:nvPr/>
        </p:nvSpPr>
        <p:spPr>
          <a:xfrm>
            <a:off x="491400" y="1708560"/>
            <a:ext cx="8110800" cy="2788560"/>
          </a:xfrm>
          <a:prstGeom prst="rect">
            <a:avLst/>
          </a:prstGeom>
          <a:noFill/>
          <a:ln w="0">
            <a:noFill/>
          </a:ln>
        </p:spPr>
        <p:style>
          <a:lnRef idx="0"/>
          <a:fillRef idx="0"/>
          <a:effectRef idx="0"/>
          <a:fontRef idx="minor"/>
        </p:style>
        <p:txBody>
          <a:bodyPr lIns="90000" rIns="90000" tIns="91440" bIns="91440" anchor="t">
            <a:spAutoFit/>
          </a:bodyPr>
          <a:p>
            <a:pPr marL="457200" indent="-327960">
              <a:lnSpc>
                <a:spcPct val="150000"/>
              </a:lnSpc>
              <a:buClr>
                <a:srgbClr val="de4c36"/>
              </a:buClr>
              <a:buFont typeface="Poppins"/>
              <a:buChar char="●"/>
            </a:pPr>
            <a:r>
              <a:rPr b="0" lang="en" sz="1600" spc="-1" strike="noStrike" u="sng">
                <a:solidFill>
                  <a:srgbClr val="0097a7"/>
                </a:solidFill>
                <a:uFillTx/>
                <a:latin typeface="Poppins"/>
                <a:ea typeface="Poppins"/>
                <a:hlinkClick r:id="rId1"/>
              </a:rPr>
              <a:t>The Domain Name System</a:t>
            </a:r>
            <a:r>
              <a:rPr b="0" lang="en" sz="1600" spc="-1" strike="noStrike">
                <a:solidFill>
                  <a:srgbClr val="263238"/>
                </a:solidFill>
                <a:latin typeface="Poppins"/>
                <a:ea typeface="Poppins"/>
              </a:rPr>
              <a:t> (DNS) is the </a:t>
            </a:r>
            <a:r>
              <a:rPr b="0" lang="en" sz="1600" spc="-1" strike="noStrike">
                <a:solidFill>
                  <a:srgbClr val="de4c36"/>
                </a:solidFill>
                <a:latin typeface="Poppins"/>
                <a:ea typeface="Poppins"/>
              </a:rPr>
              <a:t>phonebook</a:t>
            </a:r>
            <a:r>
              <a:rPr b="0" lang="en" sz="1600" spc="-1" strike="noStrike">
                <a:solidFill>
                  <a:srgbClr val="263238"/>
                </a:solidFill>
                <a:latin typeface="Poppins"/>
                <a:ea typeface="Poppins"/>
              </a:rPr>
              <a:t> of the Internet. Humans access information online through domain names, like </a:t>
            </a:r>
            <a:r>
              <a:rPr b="0" lang="en" sz="1600" spc="-1" strike="noStrike">
                <a:solidFill>
                  <a:srgbClr val="de4c36"/>
                </a:solidFill>
                <a:latin typeface="Poppins"/>
                <a:ea typeface="Poppins"/>
              </a:rPr>
              <a:t>google.com</a:t>
            </a:r>
            <a:r>
              <a:rPr b="0" lang="en" sz="1600" spc="-1" strike="noStrike">
                <a:solidFill>
                  <a:srgbClr val="263238"/>
                </a:solidFill>
                <a:latin typeface="Poppins"/>
                <a:ea typeface="Poppins"/>
              </a:rPr>
              <a:t>. Web browsers interact through Internet Protocol (IP) addresses. DNS </a:t>
            </a:r>
            <a:r>
              <a:rPr b="0" lang="en" sz="1600" spc="-1" strike="noStrike">
                <a:solidFill>
                  <a:srgbClr val="de4c36"/>
                </a:solidFill>
                <a:latin typeface="Poppins"/>
                <a:ea typeface="Poppins"/>
              </a:rPr>
              <a:t>translates</a:t>
            </a:r>
            <a:r>
              <a:rPr b="0" lang="en" sz="1600" spc="-1" strike="noStrike">
                <a:solidFill>
                  <a:srgbClr val="263238"/>
                </a:solidFill>
                <a:latin typeface="Poppins"/>
                <a:ea typeface="Poppins"/>
              </a:rPr>
              <a:t> domain names to IP addresses so browsers can load Internet resources.</a:t>
            </a:r>
            <a:endParaRPr b="0" lang="en-US" sz="1600" spc="-1" strike="noStrike">
              <a:solidFill>
                <a:srgbClr val="000000"/>
              </a:solidFill>
              <a:latin typeface="Arial"/>
            </a:endParaRPr>
          </a:p>
          <a:p>
            <a:pPr marL="457200">
              <a:lnSpc>
                <a:spcPct val="150000"/>
              </a:lnSpc>
            </a:pPr>
            <a:endParaRPr b="0" lang="en-US" sz="1600" spc="-1" strike="noStrike">
              <a:solidFill>
                <a:srgbClr val="000000"/>
              </a:solidFill>
              <a:latin typeface="Arial"/>
            </a:endParaRPr>
          </a:p>
          <a:p>
            <a:pPr marL="457200" indent="-327960">
              <a:lnSpc>
                <a:spcPct val="150000"/>
              </a:lnSpc>
              <a:buClr>
                <a:srgbClr val="de4c36"/>
              </a:buClr>
              <a:buFont typeface="Poppins"/>
              <a:buChar char="●"/>
            </a:pPr>
            <a:r>
              <a:rPr b="0" lang="en" sz="1600" spc="-1" strike="noStrike">
                <a:solidFill>
                  <a:srgbClr val="263238"/>
                </a:solidFill>
                <a:latin typeface="Poppins"/>
                <a:ea typeface="Poppins"/>
              </a:rPr>
              <a:t>Each device connected to the Internet has a </a:t>
            </a:r>
            <a:r>
              <a:rPr b="0" lang="en" sz="1600" spc="-1" strike="noStrike">
                <a:solidFill>
                  <a:srgbClr val="de4c36"/>
                </a:solidFill>
                <a:latin typeface="Poppins"/>
                <a:ea typeface="Poppins"/>
              </a:rPr>
              <a:t>unique IP address</a:t>
            </a:r>
            <a:r>
              <a:rPr b="0" lang="en" sz="1600" spc="-1" strike="noStrike">
                <a:solidFill>
                  <a:srgbClr val="263238"/>
                </a:solidFill>
                <a:latin typeface="Poppins"/>
                <a:ea typeface="Poppins"/>
              </a:rPr>
              <a:t> which other machines use to find the device. </a:t>
            </a:r>
            <a:endParaRPr b="0" lang="en-US" sz="1600" spc="-1" strike="noStrike">
              <a:solidFill>
                <a:srgbClr val="000000"/>
              </a:solidFill>
              <a:latin typeface="Arial"/>
            </a:endParaRPr>
          </a:p>
        </p:txBody>
      </p:sp>
      <p:pic>
        <p:nvPicPr>
          <p:cNvPr id="228" name="Google Shape;327;p41" descr=""/>
          <p:cNvPicPr/>
          <p:nvPr/>
        </p:nvPicPr>
        <p:blipFill>
          <a:blip r:embed="rId2"/>
          <a:stretch/>
        </p:blipFill>
        <p:spPr>
          <a:xfrm>
            <a:off x="6981480" y="252000"/>
            <a:ext cx="1229040" cy="1192320"/>
          </a:xfrm>
          <a:prstGeom prst="rect">
            <a:avLst/>
          </a:prstGeom>
          <a:ln w="0">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9" name="CustomShape 1"/>
          <p:cNvSpPr/>
          <p:nvPr/>
        </p:nvSpPr>
        <p:spPr>
          <a:xfrm>
            <a:off x="720000" y="972360"/>
            <a:ext cx="5281560" cy="269280"/>
          </a:xfrm>
          <a:prstGeom prst="roundRect">
            <a:avLst>
              <a:gd name="adj" fmla="val 50000"/>
            </a:avLst>
          </a:prstGeom>
          <a:solidFill>
            <a:srgbClr val="f77967"/>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230" name="CustomShape 2"/>
          <p:cNvSpPr/>
          <p:nvPr/>
        </p:nvSpPr>
        <p:spPr>
          <a:xfrm>
            <a:off x="680040" y="534600"/>
            <a:ext cx="7700760" cy="609480"/>
          </a:xfrm>
          <a:prstGeom prst="rect">
            <a:avLst/>
          </a:prstGeom>
          <a:noFill/>
          <a:ln w="0">
            <a:noFill/>
          </a:ln>
        </p:spPr>
        <p:style>
          <a:lnRef idx="0"/>
          <a:fillRef idx="0"/>
          <a:effectRef idx="0"/>
          <a:fontRef idx="minor"/>
        </p:style>
        <p:txBody>
          <a:bodyPr lIns="90000" rIns="90000" tIns="91440" bIns="91440" anchor="t">
            <a:noAutofit/>
          </a:bodyPr>
          <a:p>
            <a:pPr>
              <a:lnSpc>
                <a:spcPct val="100000"/>
              </a:lnSpc>
            </a:pPr>
            <a:r>
              <a:rPr b="0" lang="en" sz="3200" spc="-1" strike="noStrike">
                <a:solidFill>
                  <a:srgbClr val="263238"/>
                </a:solidFill>
                <a:latin typeface="Poppins Black"/>
                <a:ea typeface="Poppins Black"/>
              </a:rPr>
              <a:t>HTTP Definition </a:t>
            </a:r>
            <a:endParaRPr b="0" lang="en-US" sz="3200" spc="-1" strike="noStrike">
              <a:solidFill>
                <a:srgbClr val="000000"/>
              </a:solidFill>
              <a:latin typeface="Arial"/>
            </a:endParaRPr>
          </a:p>
        </p:txBody>
      </p:sp>
      <p:sp>
        <p:nvSpPr>
          <p:cNvPr id="231" name="CustomShape 3"/>
          <p:cNvSpPr/>
          <p:nvPr/>
        </p:nvSpPr>
        <p:spPr>
          <a:xfrm>
            <a:off x="745560" y="2117880"/>
            <a:ext cx="7566120" cy="2353320"/>
          </a:xfrm>
          <a:prstGeom prst="rect">
            <a:avLst/>
          </a:prstGeom>
          <a:noFill/>
          <a:ln w="0">
            <a:noFill/>
          </a:ln>
        </p:spPr>
        <p:style>
          <a:lnRef idx="0"/>
          <a:fillRef idx="0"/>
          <a:effectRef idx="0"/>
          <a:fontRef idx="minor"/>
        </p:style>
        <p:txBody>
          <a:bodyPr lIns="90000" rIns="90000" tIns="91440" bIns="91440" anchor="t">
            <a:spAutoFit/>
          </a:bodyPr>
          <a:p>
            <a:pPr>
              <a:lnSpc>
                <a:spcPct val="150000"/>
              </a:lnSpc>
            </a:pPr>
            <a:r>
              <a:rPr b="0" lang="en" sz="1900" spc="-1" strike="noStrike">
                <a:solidFill>
                  <a:srgbClr val="de4c36"/>
                </a:solidFill>
                <a:latin typeface="Poppins"/>
                <a:ea typeface="Poppins"/>
              </a:rPr>
              <a:t>Hypertext Transfer Protocol</a:t>
            </a:r>
            <a:r>
              <a:rPr b="0" lang="en" sz="1900" spc="-1" strike="noStrike">
                <a:solidFill>
                  <a:srgbClr val="263238"/>
                </a:solidFill>
                <a:latin typeface="Poppins"/>
                <a:ea typeface="Poppins"/>
              </a:rPr>
              <a:t> (HTTP) is an application-layer protocol for transmitting hypermedia documents, such as HTML. It was designed for communication between </a:t>
            </a:r>
            <a:r>
              <a:rPr b="0" lang="en" sz="1900" spc="-1" strike="noStrike">
                <a:solidFill>
                  <a:srgbClr val="de4c36"/>
                </a:solidFill>
                <a:latin typeface="Poppins"/>
                <a:ea typeface="Poppins"/>
              </a:rPr>
              <a:t>web browsers</a:t>
            </a:r>
            <a:r>
              <a:rPr b="0" lang="en" sz="1900" spc="-1" strike="noStrike">
                <a:solidFill>
                  <a:srgbClr val="263238"/>
                </a:solidFill>
                <a:latin typeface="Poppins"/>
                <a:ea typeface="Poppins"/>
              </a:rPr>
              <a:t> and </a:t>
            </a:r>
            <a:r>
              <a:rPr b="0" lang="en" sz="1900" spc="-1" strike="noStrike">
                <a:solidFill>
                  <a:srgbClr val="de4c36"/>
                </a:solidFill>
                <a:latin typeface="Poppins"/>
                <a:ea typeface="Poppins"/>
              </a:rPr>
              <a:t>web servers</a:t>
            </a:r>
            <a:r>
              <a:rPr b="0" lang="en" sz="1900" spc="-1" strike="noStrike">
                <a:solidFill>
                  <a:srgbClr val="263238"/>
                </a:solidFill>
                <a:latin typeface="Poppins"/>
                <a:ea typeface="Poppins"/>
              </a:rPr>
              <a:t>.</a:t>
            </a:r>
            <a:endParaRPr b="0" lang="en-US" sz="1900" spc="-1" strike="noStrike">
              <a:solidFill>
                <a:srgbClr val="000000"/>
              </a:solidFill>
              <a:latin typeface="Arial"/>
            </a:endParaRPr>
          </a:p>
          <a:p>
            <a:pPr>
              <a:lnSpc>
                <a:spcPct val="150000"/>
              </a:lnSpc>
            </a:pPr>
            <a:endParaRPr b="0" lang="en-US" sz="1900" spc="-1" strike="noStrike">
              <a:solidFill>
                <a:srgbClr val="000000"/>
              </a:solidFill>
              <a:latin typeface="Arial"/>
            </a:endParaRPr>
          </a:p>
        </p:txBody>
      </p:sp>
      <p:pic>
        <p:nvPicPr>
          <p:cNvPr id="232" name="Google Shape;335;p42" descr=""/>
          <p:cNvPicPr/>
          <p:nvPr/>
        </p:nvPicPr>
        <p:blipFill>
          <a:blip r:embed="rId1"/>
          <a:stretch/>
        </p:blipFill>
        <p:spPr>
          <a:xfrm>
            <a:off x="6731280" y="129600"/>
            <a:ext cx="1832760" cy="1832760"/>
          </a:xfrm>
          <a:prstGeom prst="rect">
            <a:avLst/>
          </a:prstGeom>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233" name="Table 1"/>
          <p:cNvGraphicFramePr/>
          <p:nvPr/>
        </p:nvGraphicFramePr>
        <p:xfrm>
          <a:off x="952560" y="896760"/>
          <a:ext cx="7238520" cy="3653280"/>
        </p:xfrm>
        <a:graphic>
          <a:graphicData uri="http://schemas.openxmlformats.org/drawingml/2006/table">
            <a:tbl>
              <a:tblPr/>
              <a:tblGrid>
                <a:gridCol w="3619440"/>
                <a:gridCol w="3619440"/>
              </a:tblGrid>
              <a:tr h="608760">
                <a:tc>
                  <a:txBody>
                    <a:bodyPr lIns="91080" rIns="91080" anchor="t">
                      <a:noAutofit/>
                    </a:bodyPr>
                    <a:p>
                      <a:pPr algn="ctr">
                        <a:lnSpc>
                          <a:spcPct val="100000"/>
                        </a:lnSpc>
                      </a:pPr>
                      <a:r>
                        <a:rPr b="1" lang="en" sz="2200" spc="-1" strike="noStrike">
                          <a:solidFill>
                            <a:srgbClr val="ffffff"/>
                          </a:solidFill>
                          <a:latin typeface="Poppins"/>
                          <a:ea typeface="Poppins"/>
                        </a:rPr>
                        <a:t>HTTP</a:t>
                      </a:r>
                      <a:endParaRPr b="0" lang="en-US" sz="2200" spc="-1" strike="noStrike">
                        <a:solidFill>
                          <a:srgbClr val="ffffff"/>
                        </a:solidFill>
                        <a:latin typeface="Arial"/>
                      </a:endParaRPr>
                    </a:p>
                  </a:txBody>
                  <a:tcPr anchor="t" marL="91080" marR="91080">
                    <a:lnL w="9360">
                      <a:solidFill>
                        <a:srgbClr val="263238"/>
                      </a:solidFill>
                      <a:prstDash val="solid"/>
                    </a:lnL>
                    <a:lnR w="9360">
                      <a:solidFill>
                        <a:srgbClr val="263238"/>
                      </a:solidFill>
                      <a:prstDash val="solid"/>
                    </a:lnR>
                    <a:lnT w="9360">
                      <a:solidFill>
                        <a:srgbClr val="263238"/>
                      </a:solidFill>
                      <a:prstDash val="solid"/>
                    </a:lnT>
                    <a:lnB w="9360">
                      <a:solidFill>
                        <a:srgbClr val="263238"/>
                      </a:solidFill>
                      <a:prstDash val="solid"/>
                    </a:lnB>
                    <a:solidFill>
                      <a:srgbClr val="de4c36"/>
                    </a:solidFill>
                  </a:tcPr>
                </a:tc>
                <a:tc>
                  <a:txBody>
                    <a:bodyPr lIns="91080" rIns="91080" anchor="t">
                      <a:noAutofit/>
                    </a:bodyPr>
                    <a:p>
                      <a:pPr algn="ctr">
                        <a:lnSpc>
                          <a:spcPct val="100000"/>
                        </a:lnSpc>
                      </a:pPr>
                      <a:r>
                        <a:rPr b="1" lang="en" sz="2200" spc="-1" strike="noStrike">
                          <a:solidFill>
                            <a:srgbClr val="ffffff"/>
                          </a:solidFill>
                          <a:latin typeface="Poppins"/>
                          <a:ea typeface="Poppins"/>
                        </a:rPr>
                        <a:t>HTTPS</a:t>
                      </a:r>
                      <a:endParaRPr b="0" lang="en-US" sz="2200" spc="-1" strike="noStrike">
                        <a:solidFill>
                          <a:srgbClr val="ffffff"/>
                        </a:solidFill>
                        <a:latin typeface="Arial"/>
                      </a:endParaRPr>
                    </a:p>
                  </a:txBody>
                  <a:tcPr anchor="t" marL="91080" marR="91080">
                    <a:lnL w="9360">
                      <a:solidFill>
                        <a:srgbClr val="263238"/>
                      </a:solidFill>
                      <a:prstDash val="solid"/>
                    </a:lnL>
                    <a:lnR w="9360">
                      <a:solidFill>
                        <a:srgbClr val="263238"/>
                      </a:solidFill>
                      <a:prstDash val="solid"/>
                    </a:lnR>
                    <a:lnT w="9360">
                      <a:solidFill>
                        <a:srgbClr val="263238"/>
                      </a:solidFill>
                      <a:prstDash val="solid"/>
                    </a:lnT>
                    <a:lnB w="9360">
                      <a:solidFill>
                        <a:srgbClr val="263238"/>
                      </a:solidFill>
                      <a:prstDash val="solid"/>
                    </a:lnB>
                    <a:solidFill>
                      <a:srgbClr val="de4c36"/>
                    </a:solidFill>
                  </a:tcPr>
                </a:tc>
              </a:tr>
              <a:tr h="608760">
                <a:tc>
                  <a:txBody>
                    <a:bodyPr lIns="91080" rIns="91080" anchor="t">
                      <a:noAutofit/>
                    </a:bodyPr>
                    <a:p>
                      <a:pPr algn="ctr">
                        <a:lnSpc>
                          <a:spcPct val="100000"/>
                        </a:lnSpc>
                      </a:pPr>
                      <a:r>
                        <a:rPr b="0" lang="en" sz="1200" spc="-1" strike="noStrike">
                          <a:solidFill>
                            <a:srgbClr val="263238"/>
                          </a:solidFill>
                          <a:latin typeface="Poppins"/>
                          <a:ea typeface="Poppins"/>
                        </a:rPr>
                        <a:t>URL begins with </a:t>
                      </a:r>
                      <a:r>
                        <a:rPr b="0" lang="en" sz="1200" spc="-1" strike="noStrike">
                          <a:solidFill>
                            <a:srgbClr val="de4c36"/>
                          </a:solidFill>
                          <a:latin typeface="Poppins"/>
                          <a:ea typeface="Poppins"/>
                        </a:rPr>
                        <a:t>http://</a:t>
                      </a:r>
                      <a:endParaRPr b="0" lang="en-US" sz="1200" spc="-1" strike="noStrike">
                        <a:solidFill>
                          <a:srgbClr val="000000"/>
                        </a:solidFill>
                        <a:latin typeface="Arial"/>
                      </a:endParaRPr>
                    </a:p>
                  </a:txBody>
                  <a:tcPr anchor="t" marL="91080" marR="91080">
                    <a:lnL w="9360">
                      <a:solidFill>
                        <a:srgbClr val="263238"/>
                      </a:solidFill>
                      <a:prstDash val="solid"/>
                    </a:lnL>
                    <a:lnR w="9360">
                      <a:solidFill>
                        <a:srgbClr val="263238"/>
                      </a:solidFill>
                      <a:prstDash val="solid"/>
                    </a:lnR>
                    <a:lnT w="9360">
                      <a:solidFill>
                        <a:srgbClr val="263238"/>
                      </a:solidFill>
                      <a:prstDash val="solid"/>
                    </a:lnT>
                    <a:lnB w="9360">
                      <a:solidFill>
                        <a:srgbClr val="263238"/>
                      </a:solidFill>
                      <a:prstDash val="solid"/>
                    </a:lnB>
                    <a:noFill/>
                  </a:tcPr>
                </a:tc>
                <a:tc>
                  <a:txBody>
                    <a:bodyPr lIns="91080" rIns="91080" anchor="t">
                      <a:noAutofit/>
                    </a:bodyPr>
                    <a:p>
                      <a:pPr algn="ctr">
                        <a:lnSpc>
                          <a:spcPct val="100000"/>
                        </a:lnSpc>
                      </a:pPr>
                      <a:r>
                        <a:rPr b="0" lang="en" sz="1200" spc="-1" strike="noStrike">
                          <a:solidFill>
                            <a:srgbClr val="263238"/>
                          </a:solidFill>
                          <a:latin typeface="Poppins"/>
                          <a:ea typeface="Poppins"/>
                        </a:rPr>
                        <a:t>URL begins with </a:t>
                      </a:r>
                      <a:r>
                        <a:rPr b="0" lang="en" sz="1200" spc="-1" strike="noStrike">
                          <a:solidFill>
                            <a:srgbClr val="de4c36"/>
                          </a:solidFill>
                          <a:latin typeface="Poppins"/>
                          <a:ea typeface="Poppins"/>
                        </a:rPr>
                        <a:t>https://</a:t>
                      </a:r>
                      <a:endParaRPr b="0" lang="en-US" sz="1200" spc="-1" strike="noStrike">
                        <a:solidFill>
                          <a:srgbClr val="000000"/>
                        </a:solidFill>
                        <a:latin typeface="Arial"/>
                      </a:endParaRPr>
                    </a:p>
                  </a:txBody>
                  <a:tcPr anchor="t" marL="91080" marR="91080">
                    <a:lnL w="9360">
                      <a:solidFill>
                        <a:srgbClr val="263238"/>
                      </a:solidFill>
                      <a:prstDash val="solid"/>
                    </a:lnL>
                    <a:lnR w="9360">
                      <a:solidFill>
                        <a:srgbClr val="263238"/>
                      </a:solidFill>
                      <a:prstDash val="solid"/>
                    </a:lnR>
                    <a:lnT w="9360">
                      <a:solidFill>
                        <a:srgbClr val="263238"/>
                      </a:solidFill>
                      <a:prstDash val="solid"/>
                    </a:lnT>
                    <a:lnB w="9360">
                      <a:solidFill>
                        <a:srgbClr val="263238"/>
                      </a:solidFill>
                      <a:prstDash val="solid"/>
                    </a:lnB>
                    <a:noFill/>
                  </a:tcPr>
                </a:tc>
              </a:tr>
              <a:tr h="608760">
                <a:tc>
                  <a:txBody>
                    <a:bodyPr lIns="91080" rIns="91080" anchor="t">
                      <a:noAutofit/>
                    </a:bodyPr>
                    <a:p>
                      <a:pPr algn="ctr">
                        <a:lnSpc>
                          <a:spcPct val="100000"/>
                        </a:lnSpc>
                      </a:pPr>
                      <a:r>
                        <a:rPr b="0" lang="en" sz="1200" spc="-1" strike="noStrike">
                          <a:solidFill>
                            <a:srgbClr val="263238"/>
                          </a:solidFill>
                          <a:latin typeface="Poppins"/>
                          <a:ea typeface="Poppins"/>
                        </a:rPr>
                        <a:t>The request is processed through port </a:t>
                      </a:r>
                      <a:r>
                        <a:rPr b="0" lang="en" sz="1200" spc="-1" strike="noStrike">
                          <a:solidFill>
                            <a:srgbClr val="de4c36"/>
                          </a:solidFill>
                          <a:latin typeface="Poppins"/>
                          <a:ea typeface="Poppins"/>
                        </a:rPr>
                        <a:t>80</a:t>
                      </a:r>
                      <a:endParaRPr b="0" lang="en-US" sz="1200" spc="-1" strike="noStrike">
                        <a:solidFill>
                          <a:srgbClr val="000000"/>
                        </a:solidFill>
                        <a:latin typeface="Arial"/>
                      </a:endParaRPr>
                    </a:p>
                  </a:txBody>
                  <a:tcPr anchor="t" marL="91080" marR="91080">
                    <a:lnL w="9360">
                      <a:solidFill>
                        <a:srgbClr val="263238"/>
                      </a:solidFill>
                      <a:prstDash val="solid"/>
                    </a:lnL>
                    <a:lnR w="9360">
                      <a:solidFill>
                        <a:srgbClr val="263238"/>
                      </a:solidFill>
                      <a:prstDash val="solid"/>
                    </a:lnR>
                    <a:lnT w="9360">
                      <a:solidFill>
                        <a:srgbClr val="263238"/>
                      </a:solidFill>
                      <a:prstDash val="solid"/>
                    </a:lnT>
                    <a:lnB w="9360">
                      <a:solidFill>
                        <a:srgbClr val="263238"/>
                      </a:solidFill>
                      <a:prstDash val="solid"/>
                    </a:lnB>
                    <a:noFill/>
                  </a:tcPr>
                </a:tc>
                <a:tc>
                  <a:txBody>
                    <a:bodyPr lIns="91080" rIns="91080" anchor="t">
                      <a:noAutofit/>
                    </a:bodyPr>
                    <a:p>
                      <a:pPr algn="ctr">
                        <a:lnSpc>
                          <a:spcPct val="100000"/>
                        </a:lnSpc>
                      </a:pPr>
                      <a:r>
                        <a:rPr b="0" lang="en" sz="1200" spc="-1" strike="noStrike">
                          <a:solidFill>
                            <a:srgbClr val="263238"/>
                          </a:solidFill>
                          <a:latin typeface="Poppins"/>
                          <a:ea typeface="Poppins"/>
                        </a:rPr>
                        <a:t>The request is processed through port </a:t>
                      </a:r>
                      <a:r>
                        <a:rPr b="0" lang="en" sz="1200" spc="-1" strike="noStrike">
                          <a:solidFill>
                            <a:srgbClr val="de4c36"/>
                          </a:solidFill>
                          <a:latin typeface="Poppins"/>
                          <a:ea typeface="Poppins"/>
                        </a:rPr>
                        <a:t>443</a:t>
                      </a:r>
                      <a:endParaRPr b="0" lang="en-US" sz="1200" spc="-1" strike="noStrike">
                        <a:solidFill>
                          <a:srgbClr val="000000"/>
                        </a:solidFill>
                        <a:latin typeface="Arial"/>
                      </a:endParaRPr>
                    </a:p>
                  </a:txBody>
                  <a:tcPr anchor="t" marL="91080" marR="91080">
                    <a:lnL w="9360">
                      <a:solidFill>
                        <a:srgbClr val="263238"/>
                      </a:solidFill>
                      <a:prstDash val="solid"/>
                    </a:lnL>
                    <a:lnR w="9360">
                      <a:solidFill>
                        <a:srgbClr val="263238"/>
                      </a:solidFill>
                      <a:prstDash val="solid"/>
                    </a:lnR>
                    <a:lnT w="9360">
                      <a:solidFill>
                        <a:srgbClr val="263238"/>
                      </a:solidFill>
                      <a:prstDash val="solid"/>
                    </a:lnT>
                    <a:lnB w="9360">
                      <a:solidFill>
                        <a:srgbClr val="263238"/>
                      </a:solidFill>
                      <a:prstDash val="solid"/>
                    </a:lnB>
                    <a:noFill/>
                  </a:tcPr>
                </a:tc>
              </a:tr>
              <a:tr h="608760">
                <a:tc>
                  <a:txBody>
                    <a:bodyPr lIns="91080" rIns="91080" anchor="t">
                      <a:noAutofit/>
                    </a:bodyPr>
                    <a:p>
                      <a:pPr algn="ctr">
                        <a:lnSpc>
                          <a:spcPct val="100000"/>
                        </a:lnSpc>
                      </a:pPr>
                      <a:r>
                        <a:rPr b="0" lang="en" sz="1200" spc="-1" strike="noStrike">
                          <a:solidFill>
                            <a:srgbClr val="de4c36"/>
                          </a:solidFill>
                          <a:latin typeface="Poppins"/>
                          <a:ea typeface="Poppins"/>
                        </a:rPr>
                        <a:t>Fast</a:t>
                      </a:r>
                      <a:r>
                        <a:rPr b="0" lang="en" sz="1200" spc="-1" strike="noStrike">
                          <a:solidFill>
                            <a:srgbClr val="263238"/>
                          </a:solidFill>
                          <a:latin typeface="Poppins"/>
                          <a:ea typeface="Poppins"/>
                        </a:rPr>
                        <a:t> transfer of unencrypted data over a simpler protocol</a:t>
                      </a:r>
                      <a:endParaRPr b="0" lang="en-US" sz="1200" spc="-1" strike="noStrike">
                        <a:solidFill>
                          <a:srgbClr val="000000"/>
                        </a:solidFill>
                        <a:latin typeface="Arial"/>
                      </a:endParaRPr>
                    </a:p>
                  </a:txBody>
                  <a:tcPr anchor="t" marL="91080" marR="91080">
                    <a:lnL w="9360">
                      <a:solidFill>
                        <a:srgbClr val="263238"/>
                      </a:solidFill>
                      <a:prstDash val="solid"/>
                    </a:lnL>
                    <a:lnR w="9360">
                      <a:solidFill>
                        <a:srgbClr val="263238"/>
                      </a:solidFill>
                      <a:prstDash val="solid"/>
                    </a:lnR>
                    <a:lnT w="9360">
                      <a:solidFill>
                        <a:srgbClr val="263238"/>
                      </a:solidFill>
                      <a:prstDash val="solid"/>
                    </a:lnT>
                    <a:lnB w="9360">
                      <a:solidFill>
                        <a:srgbClr val="263238"/>
                      </a:solidFill>
                      <a:prstDash val="solid"/>
                    </a:lnB>
                    <a:noFill/>
                  </a:tcPr>
                </a:tc>
                <a:tc>
                  <a:txBody>
                    <a:bodyPr lIns="91080" rIns="91080" anchor="t">
                      <a:noAutofit/>
                    </a:bodyPr>
                    <a:p>
                      <a:pPr algn="ctr">
                        <a:lnSpc>
                          <a:spcPct val="100000"/>
                        </a:lnSpc>
                      </a:pPr>
                      <a:r>
                        <a:rPr b="0" lang="en" sz="1200" spc="-1" strike="noStrike">
                          <a:solidFill>
                            <a:srgbClr val="de4c36"/>
                          </a:solidFill>
                          <a:latin typeface="Poppins"/>
                          <a:ea typeface="Poppins"/>
                        </a:rPr>
                        <a:t>Longer</a:t>
                      </a:r>
                      <a:r>
                        <a:rPr b="0" lang="en" sz="1200" spc="-1" strike="noStrike">
                          <a:solidFill>
                            <a:srgbClr val="263238"/>
                          </a:solidFill>
                          <a:latin typeface="Poppins"/>
                          <a:ea typeface="Poppins"/>
                        </a:rPr>
                        <a:t> data transfer, as there are additional steps to provide encryption</a:t>
                      </a:r>
                      <a:endParaRPr b="0" lang="en-US" sz="1200" spc="-1" strike="noStrike">
                        <a:solidFill>
                          <a:srgbClr val="000000"/>
                        </a:solidFill>
                        <a:latin typeface="Arial"/>
                      </a:endParaRPr>
                    </a:p>
                  </a:txBody>
                  <a:tcPr anchor="t" marL="91080" marR="91080">
                    <a:lnL w="9360">
                      <a:solidFill>
                        <a:srgbClr val="263238"/>
                      </a:solidFill>
                      <a:prstDash val="solid"/>
                    </a:lnL>
                    <a:lnR w="9360">
                      <a:solidFill>
                        <a:srgbClr val="263238"/>
                      </a:solidFill>
                      <a:prstDash val="solid"/>
                    </a:lnR>
                    <a:lnT w="9360">
                      <a:solidFill>
                        <a:srgbClr val="263238"/>
                      </a:solidFill>
                      <a:prstDash val="solid"/>
                    </a:lnT>
                    <a:lnB w="9360">
                      <a:solidFill>
                        <a:srgbClr val="263238"/>
                      </a:solidFill>
                      <a:prstDash val="solid"/>
                    </a:lnB>
                    <a:noFill/>
                  </a:tcPr>
                </a:tc>
              </a:tr>
              <a:tr h="608760">
                <a:tc>
                  <a:txBody>
                    <a:bodyPr lIns="91080" rIns="91080" anchor="t">
                      <a:noAutofit/>
                    </a:bodyPr>
                    <a:p>
                      <a:pPr algn="ctr">
                        <a:lnSpc>
                          <a:spcPct val="100000"/>
                        </a:lnSpc>
                      </a:pPr>
                      <a:r>
                        <a:rPr b="0" lang="en" sz="1200" spc="-1" strike="noStrike">
                          <a:solidFill>
                            <a:srgbClr val="263238"/>
                          </a:solidFill>
                          <a:latin typeface="Poppins"/>
                          <a:ea typeface="Poppins"/>
                        </a:rPr>
                        <a:t>Main purpose - </a:t>
                      </a:r>
                      <a:r>
                        <a:rPr b="0" lang="en" sz="1200" spc="-1" strike="noStrike">
                          <a:solidFill>
                            <a:srgbClr val="de4c36"/>
                          </a:solidFill>
                          <a:latin typeface="Poppins"/>
                          <a:ea typeface="Poppins"/>
                        </a:rPr>
                        <a:t>data exchange</a:t>
                      </a:r>
                      <a:r>
                        <a:rPr b="0" lang="en" sz="1200" spc="-1" strike="noStrike">
                          <a:solidFill>
                            <a:srgbClr val="263238"/>
                          </a:solidFill>
                          <a:latin typeface="Poppins"/>
                          <a:ea typeface="Poppins"/>
                        </a:rPr>
                        <a:t> on the internet</a:t>
                      </a:r>
                      <a:endParaRPr b="0" lang="en-US" sz="1200" spc="-1" strike="noStrike">
                        <a:solidFill>
                          <a:srgbClr val="000000"/>
                        </a:solidFill>
                        <a:latin typeface="Arial"/>
                      </a:endParaRPr>
                    </a:p>
                  </a:txBody>
                  <a:tcPr anchor="t" marL="91080" marR="91080">
                    <a:lnL w="9360">
                      <a:solidFill>
                        <a:srgbClr val="263238"/>
                      </a:solidFill>
                      <a:prstDash val="solid"/>
                    </a:lnL>
                    <a:lnR w="9360">
                      <a:solidFill>
                        <a:srgbClr val="263238"/>
                      </a:solidFill>
                      <a:prstDash val="solid"/>
                    </a:lnR>
                    <a:lnT w="9360">
                      <a:solidFill>
                        <a:srgbClr val="263238"/>
                      </a:solidFill>
                      <a:prstDash val="solid"/>
                    </a:lnT>
                    <a:lnB w="9360">
                      <a:solidFill>
                        <a:srgbClr val="263238"/>
                      </a:solidFill>
                      <a:prstDash val="solid"/>
                    </a:lnB>
                    <a:noFill/>
                  </a:tcPr>
                </a:tc>
                <a:tc>
                  <a:txBody>
                    <a:bodyPr lIns="91080" rIns="91080" anchor="t">
                      <a:noAutofit/>
                    </a:bodyPr>
                    <a:p>
                      <a:pPr algn="ctr">
                        <a:lnSpc>
                          <a:spcPct val="100000"/>
                        </a:lnSpc>
                      </a:pPr>
                      <a:r>
                        <a:rPr b="0" lang="en" sz="1200" spc="-1" strike="noStrike">
                          <a:solidFill>
                            <a:srgbClr val="263238"/>
                          </a:solidFill>
                          <a:latin typeface="Poppins"/>
                          <a:ea typeface="Poppins"/>
                        </a:rPr>
                        <a:t>Main purpose - </a:t>
                      </a:r>
                      <a:r>
                        <a:rPr b="0" lang="en" sz="1200" spc="-1" strike="noStrike">
                          <a:solidFill>
                            <a:srgbClr val="de4c36"/>
                          </a:solidFill>
                          <a:latin typeface="Poppins"/>
                          <a:ea typeface="Poppins"/>
                        </a:rPr>
                        <a:t>confidential</a:t>
                      </a:r>
                      <a:r>
                        <a:rPr b="0" lang="en" sz="1200" spc="-1" strike="noStrike">
                          <a:solidFill>
                            <a:srgbClr val="263238"/>
                          </a:solidFill>
                          <a:latin typeface="Poppins"/>
                          <a:ea typeface="Poppins"/>
                        </a:rPr>
                        <a:t> data exchange</a:t>
                      </a:r>
                      <a:endParaRPr b="0" lang="en-US" sz="1200" spc="-1" strike="noStrike">
                        <a:solidFill>
                          <a:srgbClr val="000000"/>
                        </a:solidFill>
                        <a:latin typeface="Arial"/>
                      </a:endParaRPr>
                    </a:p>
                  </a:txBody>
                  <a:tcPr anchor="t" marL="91080" marR="91080">
                    <a:lnL w="9360">
                      <a:solidFill>
                        <a:srgbClr val="263238"/>
                      </a:solidFill>
                      <a:prstDash val="solid"/>
                    </a:lnL>
                    <a:lnR w="9360">
                      <a:solidFill>
                        <a:srgbClr val="263238"/>
                      </a:solidFill>
                      <a:prstDash val="solid"/>
                    </a:lnR>
                    <a:lnT w="9360">
                      <a:solidFill>
                        <a:srgbClr val="263238"/>
                      </a:solidFill>
                      <a:prstDash val="solid"/>
                    </a:lnT>
                    <a:lnB w="9360">
                      <a:solidFill>
                        <a:srgbClr val="263238"/>
                      </a:solidFill>
                      <a:prstDash val="solid"/>
                    </a:lnB>
                    <a:noFill/>
                  </a:tcPr>
                </a:tc>
              </a:tr>
              <a:tr h="609480">
                <a:tc>
                  <a:txBody>
                    <a:bodyPr lIns="91080" rIns="91080" anchor="t">
                      <a:noAutofit/>
                    </a:bodyPr>
                    <a:p>
                      <a:pPr algn="ctr">
                        <a:lnSpc>
                          <a:spcPct val="100000"/>
                        </a:lnSpc>
                      </a:pPr>
                      <a:r>
                        <a:rPr b="0" lang="en" sz="1200" spc="-1" strike="noStrike">
                          <a:solidFill>
                            <a:srgbClr val="de4c36"/>
                          </a:solidFill>
                          <a:latin typeface="Poppins"/>
                          <a:ea typeface="Poppins"/>
                        </a:rPr>
                        <a:t>Does not improve</a:t>
                      </a:r>
                      <a:r>
                        <a:rPr b="0" lang="en" sz="1200" spc="-1" strike="noStrike">
                          <a:solidFill>
                            <a:srgbClr val="263238"/>
                          </a:solidFill>
                          <a:latin typeface="Poppins"/>
                          <a:ea typeface="Poppins"/>
                        </a:rPr>
                        <a:t> search ranking</a:t>
                      </a:r>
                      <a:endParaRPr b="0" lang="en-US" sz="1200" spc="-1" strike="noStrike">
                        <a:solidFill>
                          <a:srgbClr val="000000"/>
                        </a:solidFill>
                        <a:latin typeface="Arial"/>
                      </a:endParaRPr>
                    </a:p>
                  </a:txBody>
                  <a:tcPr anchor="t" marL="91080" marR="91080">
                    <a:lnL w="9360">
                      <a:solidFill>
                        <a:srgbClr val="263238"/>
                      </a:solidFill>
                      <a:prstDash val="solid"/>
                    </a:lnL>
                    <a:lnR w="9360">
                      <a:solidFill>
                        <a:srgbClr val="263238"/>
                      </a:solidFill>
                      <a:prstDash val="solid"/>
                    </a:lnR>
                    <a:lnT w="9360">
                      <a:solidFill>
                        <a:srgbClr val="263238"/>
                      </a:solidFill>
                      <a:prstDash val="solid"/>
                    </a:lnT>
                    <a:lnB w="9360">
                      <a:solidFill>
                        <a:srgbClr val="263238"/>
                      </a:solidFill>
                      <a:prstDash val="solid"/>
                    </a:lnB>
                    <a:noFill/>
                  </a:tcPr>
                </a:tc>
                <a:tc>
                  <a:txBody>
                    <a:bodyPr lIns="91080" rIns="91080" anchor="t">
                      <a:noAutofit/>
                    </a:bodyPr>
                    <a:p>
                      <a:pPr algn="ctr">
                        <a:lnSpc>
                          <a:spcPct val="100000"/>
                        </a:lnSpc>
                      </a:pPr>
                      <a:r>
                        <a:rPr b="0" lang="en" sz="1200" spc="-1" strike="noStrike">
                          <a:solidFill>
                            <a:srgbClr val="de4c36"/>
                          </a:solidFill>
                          <a:latin typeface="Poppins"/>
                          <a:ea typeface="Poppins"/>
                        </a:rPr>
                        <a:t>Improves</a:t>
                      </a:r>
                      <a:r>
                        <a:rPr b="0" lang="en" sz="1200" spc="-1" strike="noStrike">
                          <a:solidFill>
                            <a:srgbClr val="263238"/>
                          </a:solidFill>
                          <a:latin typeface="Poppins"/>
                          <a:ea typeface="Poppins"/>
                        </a:rPr>
                        <a:t> search ranking</a:t>
                      </a:r>
                      <a:endParaRPr b="0" lang="en-US" sz="1200" spc="-1" strike="noStrike">
                        <a:solidFill>
                          <a:srgbClr val="000000"/>
                        </a:solidFill>
                        <a:latin typeface="Arial"/>
                      </a:endParaRPr>
                    </a:p>
                  </a:txBody>
                  <a:tcPr anchor="t" marL="91080" marR="91080">
                    <a:lnL w="9360">
                      <a:solidFill>
                        <a:srgbClr val="263238"/>
                      </a:solidFill>
                      <a:prstDash val="solid"/>
                    </a:lnL>
                    <a:lnR w="9360">
                      <a:solidFill>
                        <a:srgbClr val="263238"/>
                      </a:solidFill>
                      <a:prstDash val="solid"/>
                    </a:lnR>
                    <a:lnT w="9360">
                      <a:solidFill>
                        <a:srgbClr val="263238"/>
                      </a:solidFill>
                      <a:prstDash val="solid"/>
                    </a:lnT>
                    <a:lnB w="9360">
                      <a:solidFill>
                        <a:srgbClr val="263238"/>
                      </a:solidFill>
                      <a:prstDash val="solid"/>
                    </a:lnB>
                    <a:noFill/>
                  </a:tcPr>
                </a:tc>
              </a:tr>
            </a:tbl>
          </a:graphicData>
        </a:graphic>
      </p:graphicFrame>
      <p:pic>
        <p:nvPicPr>
          <p:cNvPr id="234" name="Google Shape;341;p43" descr=""/>
          <p:cNvPicPr/>
          <p:nvPr/>
        </p:nvPicPr>
        <p:blipFill>
          <a:blip r:embed="rId1"/>
          <a:stretch/>
        </p:blipFill>
        <p:spPr>
          <a:xfrm>
            <a:off x="3926520" y="538920"/>
            <a:ext cx="1287720" cy="1287720"/>
          </a:xfrm>
          <a:prstGeom prst="rect">
            <a:avLst/>
          </a:prstGeom>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5" name="CustomShape 1"/>
          <p:cNvSpPr/>
          <p:nvPr/>
        </p:nvSpPr>
        <p:spPr>
          <a:xfrm>
            <a:off x="720000" y="972360"/>
            <a:ext cx="5281560" cy="269280"/>
          </a:xfrm>
          <a:prstGeom prst="roundRect">
            <a:avLst>
              <a:gd name="adj" fmla="val 50000"/>
            </a:avLst>
          </a:prstGeom>
          <a:solidFill>
            <a:srgbClr val="f77967"/>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236" name="CustomShape 2"/>
          <p:cNvSpPr/>
          <p:nvPr/>
        </p:nvSpPr>
        <p:spPr>
          <a:xfrm>
            <a:off x="680040" y="534600"/>
            <a:ext cx="7700760" cy="609480"/>
          </a:xfrm>
          <a:prstGeom prst="rect">
            <a:avLst/>
          </a:prstGeom>
          <a:noFill/>
          <a:ln w="0">
            <a:noFill/>
          </a:ln>
        </p:spPr>
        <p:style>
          <a:lnRef idx="0"/>
          <a:fillRef idx="0"/>
          <a:effectRef idx="0"/>
          <a:fontRef idx="minor"/>
        </p:style>
        <p:txBody>
          <a:bodyPr lIns="90000" rIns="90000" tIns="91440" bIns="91440" anchor="t">
            <a:noAutofit/>
          </a:bodyPr>
          <a:p>
            <a:pPr>
              <a:lnSpc>
                <a:spcPct val="100000"/>
              </a:lnSpc>
            </a:pPr>
            <a:r>
              <a:rPr b="0" lang="en" sz="3200" spc="-1" strike="noStrike">
                <a:solidFill>
                  <a:srgbClr val="263238"/>
                </a:solidFill>
                <a:latin typeface="Poppins Black"/>
                <a:ea typeface="Poppins Black"/>
              </a:rPr>
              <a:t>HTTP Methods</a:t>
            </a:r>
            <a:endParaRPr b="0" lang="en-US" sz="3200" spc="-1" strike="noStrike">
              <a:solidFill>
                <a:srgbClr val="000000"/>
              </a:solidFill>
              <a:latin typeface="Arial"/>
            </a:endParaRPr>
          </a:p>
        </p:txBody>
      </p:sp>
      <p:sp>
        <p:nvSpPr>
          <p:cNvPr id="237" name="CustomShape 3"/>
          <p:cNvSpPr/>
          <p:nvPr/>
        </p:nvSpPr>
        <p:spPr>
          <a:xfrm>
            <a:off x="745560" y="1965600"/>
            <a:ext cx="4332600" cy="2775960"/>
          </a:xfrm>
          <a:prstGeom prst="rect">
            <a:avLst/>
          </a:prstGeom>
          <a:noFill/>
          <a:ln w="0">
            <a:noFill/>
          </a:ln>
        </p:spPr>
        <p:style>
          <a:lnRef idx="0"/>
          <a:fillRef idx="0"/>
          <a:effectRef idx="0"/>
          <a:fontRef idx="minor"/>
        </p:style>
        <p:txBody>
          <a:bodyPr lIns="90000" rIns="90000" tIns="91440" bIns="91440" anchor="t">
            <a:spAutoFit/>
          </a:bodyPr>
          <a:p>
            <a:pPr marL="457200" indent="-353520">
              <a:lnSpc>
                <a:spcPct val="115000"/>
              </a:lnSpc>
              <a:buClr>
                <a:srgbClr val="de4c36"/>
              </a:buClr>
              <a:buFont typeface="Poppins"/>
              <a:buChar char="●"/>
            </a:pPr>
            <a:r>
              <a:rPr b="1" lang="en" sz="2000" spc="-1" strike="noStrike">
                <a:solidFill>
                  <a:srgbClr val="de4c36"/>
                </a:solidFill>
                <a:latin typeface="Poppins"/>
                <a:ea typeface="Poppins"/>
              </a:rPr>
              <a:t>GET</a:t>
            </a:r>
            <a:endParaRPr b="0" lang="en-US" sz="2000" spc="-1" strike="noStrike">
              <a:solidFill>
                <a:srgbClr val="000000"/>
              </a:solidFill>
              <a:latin typeface="Arial"/>
            </a:endParaRPr>
          </a:p>
          <a:p>
            <a:pPr marL="457200">
              <a:lnSpc>
                <a:spcPct val="115000"/>
              </a:lnSpc>
            </a:pPr>
            <a:r>
              <a:rPr b="0" lang="en" sz="1800" spc="-1" strike="noStrike">
                <a:solidFill>
                  <a:srgbClr val="f77967"/>
                </a:solidFill>
                <a:latin typeface="Poppins"/>
                <a:ea typeface="Poppins"/>
              </a:rPr>
              <a:t>Retrieves</a:t>
            </a:r>
            <a:r>
              <a:rPr b="0" lang="en" sz="1800" spc="-1" strike="noStrike">
                <a:solidFill>
                  <a:srgbClr val="595959"/>
                </a:solidFill>
                <a:latin typeface="Poppins"/>
                <a:ea typeface="Poppins"/>
              </a:rPr>
              <a:t> data from</a:t>
            </a:r>
            <a:endParaRPr b="0" lang="en-US" sz="1800" spc="-1" strike="noStrike">
              <a:solidFill>
                <a:srgbClr val="000000"/>
              </a:solidFill>
              <a:latin typeface="Arial"/>
            </a:endParaRPr>
          </a:p>
          <a:p>
            <a:pPr marL="457200">
              <a:lnSpc>
                <a:spcPct val="115000"/>
              </a:lnSpc>
            </a:pPr>
            <a:r>
              <a:rPr b="0" lang="en" sz="1800" spc="-1" strike="noStrike">
                <a:solidFill>
                  <a:srgbClr val="595959"/>
                </a:solidFill>
                <a:latin typeface="Poppins"/>
                <a:ea typeface="Poppins"/>
              </a:rPr>
              <a:t>the server</a:t>
            </a:r>
            <a:endParaRPr b="0" lang="en-US" sz="1800" spc="-1" strike="noStrike">
              <a:solidFill>
                <a:srgbClr val="000000"/>
              </a:solidFill>
              <a:latin typeface="Arial"/>
            </a:endParaRPr>
          </a:p>
          <a:p>
            <a:pPr marL="457200">
              <a:lnSpc>
                <a:spcPct val="115000"/>
              </a:lnSpc>
            </a:pPr>
            <a:endParaRPr b="0" lang="en-US" sz="1800" spc="-1" strike="noStrike">
              <a:solidFill>
                <a:srgbClr val="000000"/>
              </a:solidFill>
              <a:latin typeface="Arial"/>
            </a:endParaRPr>
          </a:p>
          <a:p>
            <a:pPr marL="457200" indent="-353520" algn="just">
              <a:lnSpc>
                <a:spcPct val="115000"/>
              </a:lnSpc>
              <a:buClr>
                <a:srgbClr val="de4c36"/>
              </a:buClr>
              <a:buFont typeface="Poppins"/>
              <a:buChar char="●"/>
            </a:pPr>
            <a:r>
              <a:rPr b="1" lang="en" sz="2000" spc="-1" strike="noStrike">
                <a:solidFill>
                  <a:srgbClr val="de4c36"/>
                </a:solidFill>
                <a:latin typeface="Poppins"/>
                <a:ea typeface="Poppins"/>
              </a:rPr>
              <a:t>POST</a:t>
            </a:r>
            <a:endParaRPr b="0" lang="en-US" sz="2000" spc="-1" strike="noStrike">
              <a:solidFill>
                <a:srgbClr val="000000"/>
              </a:solidFill>
              <a:latin typeface="Arial"/>
            </a:endParaRPr>
          </a:p>
          <a:p>
            <a:pPr marL="457200" algn="just">
              <a:lnSpc>
                <a:spcPct val="115000"/>
              </a:lnSpc>
            </a:pPr>
            <a:r>
              <a:rPr b="0" lang="en" sz="1800" spc="-1" strike="noStrike">
                <a:solidFill>
                  <a:srgbClr val="f77967"/>
                </a:solidFill>
                <a:latin typeface="Poppins"/>
                <a:ea typeface="Poppins"/>
              </a:rPr>
              <a:t>Submit</a:t>
            </a:r>
            <a:r>
              <a:rPr b="0" lang="en" sz="1800" spc="-1" strike="noStrike">
                <a:solidFill>
                  <a:srgbClr val="595959"/>
                </a:solidFill>
                <a:latin typeface="Poppins"/>
                <a:ea typeface="Poppins"/>
              </a:rPr>
              <a:t> data to the </a:t>
            </a:r>
            <a:endParaRPr b="0" lang="en-US" sz="1800" spc="-1" strike="noStrike">
              <a:solidFill>
                <a:srgbClr val="000000"/>
              </a:solidFill>
              <a:latin typeface="Arial"/>
            </a:endParaRPr>
          </a:p>
          <a:p>
            <a:pPr marL="457200" algn="just">
              <a:lnSpc>
                <a:spcPct val="115000"/>
              </a:lnSpc>
            </a:pPr>
            <a:r>
              <a:rPr b="0" lang="en" sz="1800" spc="-1" strike="noStrike">
                <a:solidFill>
                  <a:srgbClr val="595959"/>
                </a:solidFill>
                <a:latin typeface="Poppins"/>
                <a:ea typeface="Poppins"/>
              </a:rPr>
              <a:t>server</a:t>
            </a:r>
            <a:endParaRPr b="0" lang="en-US" sz="1800" spc="-1" strike="noStrike">
              <a:solidFill>
                <a:srgbClr val="000000"/>
              </a:solidFill>
              <a:latin typeface="Arial"/>
            </a:endParaRPr>
          </a:p>
          <a:p>
            <a:pPr marL="457200" algn="just">
              <a:lnSpc>
                <a:spcPct val="115000"/>
              </a:lnSpc>
            </a:pPr>
            <a:endParaRPr b="0" lang="en-US" sz="1800" spc="-1" strike="noStrike">
              <a:solidFill>
                <a:srgbClr val="000000"/>
              </a:solidFill>
              <a:latin typeface="Arial"/>
            </a:endParaRPr>
          </a:p>
        </p:txBody>
      </p:sp>
      <p:sp>
        <p:nvSpPr>
          <p:cNvPr id="238" name="CustomShape 4"/>
          <p:cNvSpPr/>
          <p:nvPr/>
        </p:nvSpPr>
        <p:spPr>
          <a:xfrm>
            <a:off x="4815720" y="2002680"/>
            <a:ext cx="4332600" cy="2775960"/>
          </a:xfrm>
          <a:prstGeom prst="rect">
            <a:avLst/>
          </a:prstGeom>
          <a:noFill/>
          <a:ln w="0">
            <a:noFill/>
          </a:ln>
        </p:spPr>
        <p:style>
          <a:lnRef idx="0"/>
          <a:fillRef idx="0"/>
          <a:effectRef idx="0"/>
          <a:fontRef idx="minor"/>
        </p:style>
        <p:txBody>
          <a:bodyPr lIns="90000" rIns="90000" tIns="91440" bIns="91440" anchor="t">
            <a:spAutoFit/>
          </a:bodyPr>
          <a:p>
            <a:pPr marL="457200" indent="-353520">
              <a:lnSpc>
                <a:spcPct val="115000"/>
              </a:lnSpc>
              <a:buClr>
                <a:srgbClr val="de4c36"/>
              </a:buClr>
              <a:buFont typeface="Poppins"/>
              <a:buChar char="●"/>
            </a:pPr>
            <a:r>
              <a:rPr b="1" lang="en" sz="2000" spc="-1" strike="noStrike">
                <a:solidFill>
                  <a:srgbClr val="de4c36"/>
                </a:solidFill>
                <a:latin typeface="Poppins"/>
                <a:ea typeface="Poppins"/>
              </a:rPr>
              <a:t>PUT</a:t>
            </a:r>
            <a:endParaRPr b="0" lang="en-US" sz="2000" spc="-1" strike="noStrike">
              <a:solidFill>
                <a:srgbClr val="000000"/>
              </a:solidFill>
              <a:latin typeface="Arial"/>
            </a:endParaRPr>
          </a:p>
          <a:p>
            <a:pPr marL="457200">
              <a:lnSpc>
                <a:spcPct val="115000"/>
              </a:lnSpc>
            </a:pPr>
            <a:r>
              <a:rPr b="0" lang="en" sz="1800" spc="-1" strike="noStrike">
                <a:solidFill>
                  <a:srgbClr val="f77967"/>
                </a:solidFill>
                <a:latin typeface="Poppins"/>
                <a:ea typeface="Poppins"/>
              </a:rPr>
              <a:t>Update</a:t>
            </a:r>
            <a:r>
              <a:rPr b="0" lang="en" sz="1800" spc="-1" strike="noStrike">
                <a:solidFill>
                  <a:srgbClr val="595959"/>
                </a:solidFill>
                <a:latin typeface="Poppins"/>
                <a:ea typeface="Poppins"/>
              </a:rPr>
              <a:t> data already </a:t>
            </a:r>
            <a:endParaRPr b="0" lang="en-US" sz="1800" spc="-1" strike="noStrike">
              <a:solidFill>
                <a:srgbClr val="000000"/>
              </a:solidFill>
              <a:latin typeface="Arial"/>
            </a:endParaRPr>
          </a:p>
          <a:p>
            <a:pPr marL="457200">
              <a:lnSpc>
                <a:spcPct val="115000"/>
              </a:lnSpc>
            </a:pPr>
            <a:r>
              <a:rPr b="0" lang="en" sz="1800" spc="-1" strike="noStrike">
                <a:solidFill>
                  <a:srgbClr val="595959"/>
                </a:solidFill>
                <a:latin typeface="Poppins"/>
                <a:ea typeface="Poppins"/>
              </a:rPr>
              <a:t>on the server</a:t>
            </a:r>
            <a:endParaRPr b="0" lang="en-US" sz="1800" spc="-1" strike="noStrike">
              <a:solidFill>
                <a:srgbClr val="000000"/>
              </a:solidFill>
              <a:latin typeface="Arial"/>
            </a:endParaRPr>
          </a:p>
          <a:p>
            <a:pPr marL="457200">
              <a:lnSpc>
                <a:spcPct val="115000"/>
              </a:lnSpc>
            </a:pPr>
            <a:endParaRPr b="0" lang="en-US" sz="1800" spc="-1" strike="noStrike">
              <a:solidFill>
                <a:srgbClr val="000000"/>
              </a:solidFill>
              <a:latin typeface="Arial"/>
            </a:endParaRPr>
          </a:p>
          <a:p>
            <a:pPr marL="457200" indent="-353520" algn="just">
              <a:lnSpc>
                <a:spcPct val="115000"/>
              </a:lnSpc>
              <a:buClr>
                <a:srgbClr val="de4c36"/>
              </a:buClr>
              <a:buFont typeface="Poppins"/>
              <a:buChar char="●"/>
            </a:pPr>
            <a:r>
              <a:rPr b="1" lang="en" sz="2000" spc="-1" strike="noStrike">
                <a:solidFill>
                  <a:srgbClr val="de4c36"/>
                </a:solidFill>
                <a:latin typeface="Poppins"/>
                <a:ea typeface="Poppins"/>
              </a:rPr>
              <a:t>Delete</a:t>
            </a:r>
            <a:endParaRPr b="0" lang="en-US" sz="2000" spc="-1" strike="noStrike">
              <a:solidFill>
                <a:srgbClr val="000000"/>
              </a:solidFill>
              <a:latin typeface="Arial"/>
            </a:endParaRPr>
          </a:p>
          <a:p>
            <a:pPr marL="457200" algn="just">
              <a:lnSpc>
                <a:spcPct val="115000"/>
              </a:lnSpc>
            </a:pPr>
            <a:r>
              <a:rPr b="0" lang="en" sz="1800" spc="-1" strike="noStrike">
                <a:solidFill>
                  <a:srgbClr val="f77967"/>
                </a:solidFill>
                <a:latin typeface="Poppins"/>
                <a:ea typeface="Poppins"/>
              </a:rPr>
              <a:t>Deletes</a:t>
            </a:r>
            <a:r>
              <a:rPr b="0" lang="en" sz="1800" spc="-1" strike="noStrike">
                <a:solidFill>
                  <a:srgbClr val="595959"/>
                </a:solidFill>
                <a:latin typeface="Poppins"/>
                <a:ea typeface="Poppins"/>
              </a:rPr>
              <a:t> data from </a:t>
            </a:r>
            <a:endParaRPr b="0" lang="en-US" sz="1800" spc="-1" strike="noStrike">
              <a:solidFill>
                <a:srgbClr val="000000"/>
              </a:solidFill>
              <a:latin typeface="Arial"/>
            </a:endParaRPr>
          </a:p>
          <a:p>
            <a:pPr marL="457200" algn="just">
              <a:lnSpc>
                <a:spcPct val="115000"/>
              </a:lnSpc>
            </a:pPr>
            <a:r>
              <a:rPr b="0" lang="en" sz="1800" spc="-1" strike="noStrike">
                <a:solidFill>
                  <a:srgbClr val="595959"/>
                </a:solidFill>
                <a:latin typeface="Poppins"/>
                <a:ea typeface="Poppins"/>
              </a:rPr>
              <a:t>the server</a:t>
            </a:r>
            <a:endParaRPr b="0" lang="en-US" sz="1800" spc="-1" strike="noStrike">
              <a:solidFill>
                <a:srgbClr val="000000"/>
              </a:solidFill>
              <a:latin typeface="Arial"/>
            </a:endParaRPr>
          </a:p>
          <a:p>
            <a:pPr marL="457200" algn="just">
              <a:lnSpc>
                <a:spcPct val="115000"/>
              </a:lnSpc>
            </a:pP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9" name="CustomShape 1"/>
          <p:cNvSpPr/>
          <p:nvPr/>
        </p:nvSpPr>
        <p:spPr>
          <a:xfrm>
            <a:off x="720000" y="972360"/>
            <a:ext cx="5281560" cy="269280"/>
          </a:xfrm>
          <a:prstGeom prst="roundRect">
            <a:avLst>
              <a:gd name="adj" fmla="val 50000"/>
            </a:avLst>
          </a:prstGeom>
          <a:solidFill>
            <a:srgbClr val="f77967"/>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240" name="CustomShape 2"/>
          <p:cNvSpPr/>
          <p:nvPr/>
        </p:nvSpPr>
        <p:spPr>
          <a:xfrm>
            <a:off x="680040" y="534600"/>
            <a:ext cx="7700760" cy="609480"/>
          </a:xfrm>
          <a:prstGeom prst="rect">
            <a:avLst/>
          </a:prstGeom>
          <a:noFill/>
          <a:ln w="0">
            <a:noFill/>
          </a:ln>
        </p:spPr>
        <p:style>
          <a:lnRef idx="0"/>
          <a:fillRef idx="0"/>
          <a:effectRef idx="0"/>
          <a:fontRef idx="minor"/>
        </p:style>
        <p:txBody>
          <a:bodyPr lIns="90000" rIns="90000" tIns="91440" bIns="91440" anchor="t">
            <a:noAutofit/>
          </a:bodyPr>
          <a:p>
            <a:pPr>
              <a:lnSpc>
                <a:spcPct val="100000"/>
              </a:lnSpc>
            </a:pPr>
            <a:r>
              <a:rPr b="0" lang="en" sz="3200" spc="-1" strike="noStrike">
                <a:solidFill>
                  <a:srgbClr val="263238"/>
                </a:solidFill>
                <a:latin typeface="Poppins Black"/>
                <a:ea typeface="Poppins Black"/>
              </a:rPr>
              <a:t>HTTP Status Codes</a:t>
            </a:r>
            <a:endParaRPr b="0" lang="en-US" sz="3200" spc="-1" strike="noStrike">
              <a:solidFill>
                <a:srgbClr val="000000"/>
              </a:solidFill>
              <a:latin typeface="Arial"/>
            </a:endParaRPr>
          </a:p>
        </p:txBody>
      </p:sp>
      <p:sp>
        <p:nvSpPr>
          <p:cNvPr id="241" name="CustomShape 3"/>
          <p:cNvSpPr/>
          <p:nvPr/>
        </p:nvSpPr>
        <p:spPr>
          <a:xfrm>
            <a:off x="497520" y="1890000"/>
            <a:ext cx="4635720" cy="2634840"/>
          </a:xfrm>
          <a:prstGeom prst="rect">
            <a:avLst/>
          </a:prstGeom>
          <a:noFill/>
          <a:ln w="0">
            <a:noFill/>
          </a:ln>
        </p:spPr>
        <p:style>
          <a:lnRef idx="0"/>
          <a:fillRef idx="0"/>
          <a:effectRef idx="0"/>
          <a:fontRef idx="minor"/>
        </p:style>
        <p:txBody>
          <a:bodyPr lIns="90000" rIns="90000" tIns="91440" bIns="91440" anchor="t">
            <a:spAutoFit/>
          </a:bodyPr>
          <a:p>
            <a:pPr marL="457200" indent="-315360" algn="just">
              <a:lnSpc>
                <a:spcPct val="115000"/>
              </a:lnSpc>
              <a:buClr>
                <a:srgbClr val="de4c36"/>
              </a:buClr>
              <a:buFont typeface="Poppins"/>
              <a:buChar char="●"/>
            </a:pPr>
            <a:r>
              <a:rPr b="1" lang="en" sz="2000" spc="-1" strike="noStrike">
                <a:solidFill>
                  <a:srgbClr val="de4c36"/>
                </a:solidFill>
                <a:latin typeface="Poppins"/>
                <a:ea typeface="Poppins"/>
              </a:rPr>
              <a:t>1xx</a:t>
            </a:r>
            <a:r>
              <a:rPr b="1" lang="en" sz="1800" spc="-1" strike="noStrike">
                <a:solidFill>
                  <a:srgbClr val="de4c36"/>
                </a:solidFill>
                <a:latin typeface="Poppins"/>
                <a:ea typeface="Poppins"/>
              </a:rPr>
              <a:t> </a:t>
            </a:r>
            <a:r>
              <a:rPr b="1" lang="en" sz="1800" spc="-1" strike="noStrike">
                <a:solidFill>
                  <a:srgbClr val="f77967"/>
                </a:solidFill>
                <a:latin typeface="Poppins"/>
                <a:ea typeface="Poppins"/>
              </a:rPr>
              <a:t>:</a:t>
            </a:r>
            <a:r>
              <a:rPr b="1" lang="en" sz="1600" spc="-1" strike="noStrike">
                <a:solidFill>
                  <a:srgbClr val="de4c36"/>
                </a:solidFill>
                <a:latin typeface="Poppins"/>
                <a:ea typeface="Poppins"/>
              </a:rPr>
              <a:t> </a:t>
            </a:r>
            <a:r>
              <a:rPr b="1" lang="en" sz="1600" spc="-1" strike="noStrike">
                <a:solidFill>
                  <a:srgbClr val="f77967"/>
                </a:solidFill>
                <a:latin typeface="Poppins"/>
                <a:ea typeface="Poppins"/>
              </a:rPr>
              <a:t>Informational</a:t>
            </a:r>
            <a:endParaRPr b="0" lang="en-US" sz="1600" spc="-1" strike="noStrike">
              <a:solidFill>
                <a:srgbClr val="000000"/>
              </a:solidFill>
              <a:latin typeface="Arial"/>
            </a:endParaRPr>
          </a:p>
          <a:p>
            <a:pPr algn="just">
              <a:lnSpc>
                <a:spcPct val="115000"/>
              </a:lnSpc>
            </a:pPr>
            <a:r>
              <a:rPr b="1" lang="en" sz="1600" spc="-1" strike="noStrike">
                <a:solidFill>
                  <a:srgbClr val="434343"/>
                </a:solidFill>
                <a:latin typeface="Poppins"/>
                <a:ea typeface="Poppins"/>
              </a:rPr>
              <a:t>           </a:t>
            </a:r>
            <a:r>
              <a:rPr b="1" lang="en" sz="1600" spc="-1" strike="noStrike">
                <a:solidFill>
                  <a:srgbClr val="434343"/>
                </a:solidFill>
                <a:latin typeface="Poppins"/>
                <a:ea typeface="Poppins"/>
              </a:rPr>
              <a:t>Request received / Processing</a:t>
            </a:r>
            <a:endParaRPr b="0" lang="en-US" sz="1600" spc="-1" strike="noStrike">
              <a:solidFill>
                <a:srgbClr val="000000"/>
              </a:solidFill>
              <a:latin typeface="Arial"/>
            </a:endParaRPr>
          </a:p>
          <a:p>
            <a:pPr algn="just">
              <a:lnSpc>
                <a:spcPct val="115000"/>
              </a:lnSpc>
            </a:pPr>
            <a:endParaRPr b="0" lang="en-US" sz="1600" spc="-1" strike="noStrike">
              <a:solidFill>
                <a:srgbClr val="000000"/>
              </a:solidFill>
              <a:latin typeface="Arial"/>
            </a:endParaRPr>
          </a:p>
          <a:p>
            <a:pPr marL="457200" indent="-315360" algn="just">
              <a:lnSpc>
                <a:spcPct val="115000"/>
              </a:lnSpc>
              <a:buClr>
                <a:srgbClr val="de4c36"/>
              </a:buClr>
              <a:buFont typeface="Poppins"/>
              <a:buChar char="●"/>
            </a:pPr>
            <a:r>
              <a:rPr b="1" lang="en" sz="2000" spc="-1" strike="noStrike">
                <a:solidFill>
                  <a:srgbClr val="de4c36"/>
                </a:solidFill>
                <a:latin typeface="Poppins"/>
                <a:ea typeface="Poppins"/>
              </a:rPr>
              <a:t>2xx</a:t>
            </a:r>
            <a:r>
              <a:rPr b="1" lang="en" sz="1800" spc="-1" strike="noStrike">
                <a:solidFill>
                  <a:srgbClr val="de4c36"/>
                </a:solidFill>
                <a:latin typeface="Poppins"/>
                <a:ea typeface="Poppins"/>
              </a:rPr>
              <a:t> </a:t>
            </a:r>
            <a:r>
              <a:rPr b="1" lang="en" sz="1800" spc="-1" strike="noStrike">
                <a:solidFill>
                  <a:srgbClr val="f77967"/>
                </a:solidFill>
                <a:latin typeface="Poppins"/>
                <a:ea typeface="Poppins"/>
              </a:rPr>
              <a:t>:</a:t>
            </a:r>
            <a:r>
              <a:rPr b="1" lang="en" sz="1600" spc="-1" strike="noStrike">
                <a:solidFill>
                  <a:srgbClr val="de4c36"/>
                </a:solidFill>
                <a:latin typeface="Poppins"/>
                <a:ea typeface="Poppins"/>
              </a:rPr>
              <a:t> </a:t>
            </a:r>
            <a:r>
              <a:rPr b="1" lang="en" sz="1600" spc="-1" strike="noStrike">
                <a:solidFill>
                  <a:srgbClr val="f77967"/>
                </a:solidFill>
                <a:latin typeface="Poppins"/>
                <a:ea typeface="Poppins"/>
              </a:rPr>
              <a:t>Success</a:t>
            </a:r>
            <a:endParaRPr b="0" lang="en-US" sz="1600" spc="-1" strike="noStrike">
              <a:solidFill>
                <a:srgbClr val="000000"/>
              </a:solidFill>
              <a:latin typeface="Arial"/>
            </a:endParaRPr>
          </a:p>
          <a:p>
            <a:pPr algn="just">
              <a:lnSpc>
                <a:spcPct val="115000"/>
              </a:lnSpc>
            </a:pPr>
            <a:r>
              <a:rPr b="1" lang="en" sz="1600" spc="-1" strike="noStrike">
                <a:solidFill>
                  <a:srgbClr val="434343"/>
                </a:solidFill>
                <a:latin typeface="Poppins"/>
                <a:ea typeface="Poppins"/>
              </a:rPr>
              <a:t>           </a:t>
            </a:r>
            <a:r>
              <a:rPr b="1" lang="en" sz="1600" spc="-1" strike="noStrike">
                <a:solidFill>
                  <a:srgbClr val="434343"/>
                </a:solidFill>
                <a:latin typeface="Poppins"/>
                <a:ea typeface="Poppins"/>
              </a:rPr>
              <a:t>Successfully received</a:t>
            </a:r>
            <a:endParaRPr b="0" lang="en-US" sz="1600" spc="-1" strike="noStrike">
              <a:solidFill>
                <a:srgbClr val="000000"/>
              </a:solidFill>
              <a:latin typeface="Arial"/>
            </a:endParaRPr>
          </a:p>
          <a:p>
            <a:pPr algn="just">
              <a:lnSpc>
                <a:spcPct val="115000"/>
              </a:lnSpc>
            </a:pPr>
            <a:endParaRPr b="0" lang="en-US" sz="1600" spc="-1" strike="noStrike">
              <a:solidFill>
                <a:srgbClr val="000000"/>
              </a:solidFill>
              <a:latin typeface="Arial"/>
            </a:endParaRPr>
          </a:p>
          <a:p>
            <a:pPr marL="457200" indent="-315360" algn="just">
              <a:lnSpc>
                <a:spcPct val="115000"/>
              </a:lnSpc>
              <a:buClr>
                <a:srgbClr val="de4c36"/>
              </a:buClr>
              <a:buFont typeface="Poppins"/>
              <a:buChar char="●"/>
            </a:pPr>
            <a:r>
              <a:rPr b="1" lang="en" sz="2000" spc="-1" strike="noStrike">
                <a:solidFill>
                  <a:srgbClr val="de4c36"/>
                </a:solidFill>
                <a:latin typeface="Poppins"/>
                <a:ea typeface="Poppins"/>
              </a:rPr>
              <a:t>3xx</a:t>
            </a:r>
            <a:r>
              <a:rPr b="1" lang="en" sz="1800" spc="-1" strike="noStrike">
                <a:solidFill>
                  <a:srgbClr val="de4c36"/>
                </a:solidFill>
                <a:latin typeface="Poppins"/>
                <a:ea typeface="Poppins"/>
              </a:rPr>
              <a:t> </a:t>
            </a:r>
            <a:r>
              <a:rPr b="1" lang="en" sz="1800" spc="-1" strike="noStrike">
                <a:solidFill>
                  <a:srgbClr val="f77967"/>
                </a:solidFill>
                <a:latin typeface="Poppins"/>
                <a:ea typeface="Poppins"/>
              </a:rPr>
              <a:t>:</a:t>
            </a:r>
            <a:r>
              <a:rPr b="1" lang="en" sz="1600" spc="-1" strike="noStrike">
                <a:solidFill>
                  <a:srgbClr val="de4c36"/>
                </a:solidFill>
                <a:latin typeface="Poppins"/>
                <a:ea typeface="Poppins"/>
              </a:rPr>
              <a:t> </a:t>
            </a:r>
            <a:r>
              <a:rPr b="1" lang="en" sz="1600" spc="-1" strike="noStrike">
                <a:solidFill>
                  <a:srgbClr val="f77967"/>
                </a:solidFill>
                <a:latin typeface="Poppins"/>
                <a:ea typeface="Poppins"/>
              </a:rPr>
              <a:t>Redirect</a:t>
            </a:r>
            <a:endParaRPr b="0" lang="en-US" sz="1600" spc="-1" strike="noStrike">
              <a:solidFill>
                <a:srgbClr val="000000"/>
              </a:solidFill>
              <a:latin typeface="Arial"/>
            </a:endParaRPr>
          </a:p>
          <a:p>
            <a:pPr algn="just">
              <a:lnSpc>
                <a:spcPct val="115000"/>
              </a:lnSpc>
            </a:pPr>
            <a:r>
              <a:rPr b="1" lang="en" sz="1600" spc="-1" strike="noStrike">
                <a:solidFill>
                  <a:srgbClr val="434343"/>
                </a:solidFill>
                <a:latin typeface="Poppins"/>
                <a:ea typeface="Poppins"/>
              </a:rPr>
              <a:t>           </a:t>
            </a:r>
            <a:r>
              <a:rPr b="1" lang="en" sz="1600" spc="-1" strike="noStrike">
                <a:solidFill>
                  <a:srgbClr val="434343"/>
                </a:solidFill>
                <a:latin typeface="Poppins"/>
                <a:ea typeface="Poppins"/>
              </a:rPr>
              <a:t>Further action must be taken</a:t>
            </a:r>
            <a:endParaRPr b="0" lang="en-US" sz="1600" spc="-1" strike="noStrike">
              <a:solidFill>
                <a:srgbClr val="000000"/>
              </a:solidFill>
              <a:latin typeface="Arial"/>
            </a:endParaRPr>
          </a:p>
        </p:txBody>
      </p:sp>
      <p:sp>
        <p:nvSpPr>
          <p:cNvPr id="242" name="CustomShape 4"/>
          <p:cNvSpPr/>
          <p:nvPr/>
        </p:nvSpPr>
        <p:spPr>
          <a:xfrm>
            <a:off x="4387320" y="2423520"/>
            <a:ext cx="4423680" cy="1724040"/>
          </a:xfrm>
          <a:prstGeom prst="rect">
            <a:avLst/>
          </a:prstGeom>
          <a:noFill/>
          <a:ln w="0">
            <a:noFill/>
          </a:ln>
        </p:spPr>
        <p:style>
          <a:lnRef idx="0"/>
          <a:fillRef idx="0"/>
          <a:effectRef idx="0"/>
          <a:fontRef idx="minor"/>
        </p:style>
        <p:txBody>
          <a:bodyPr lIns="90000" rIns="90000" tIns="91440" bIns="91440" anchor="t">
            <a:spAutoFit/>
          </a:bodyPr>
          <a:p>
            <a:pPr marL="457200" indent="-315360">
              <a:lnSpc>
                <a:spcPct val="115000"/>
              </a:lnSpc>
              <a:buClr>
                <a:srgbClr val="de4c36"/>
              </a:buClr>
              <a:buFont typeface="Poppins"/>
              <a:buChar char="●"/>
            </a:pPr>
            <a:r>
              <a:rPr b="1" lang="en" sz="2000" spc="-1" strike="noStrike">
                <a:solidFill>
                  <a:srgbClr val="de4c36"/>
                </a:solidFill>
                <a:latin typeface="Poppins"/>
                <a:ea typeface="Poppins"/>
              </a:rPr>
              <a:t>4xx</a:t>
            </a:r>
            <a:r>
              <a:rPr b="1" lang="en" sz="1800" spc="-1" strike="noStrike">
                <a:solidFill>
                  <a:srgbClr val="de4c36"/>
                </a:solidFill>
                <a:latin typeface="Poppins"/>
                <a:ea typeface="Poppins"/>
              </a:rPr>
              <a:t> </a:t>
            </a:r>
            <a:r>
              <a:rPr b="1" lang="en" sz="1800" spc="-1" strike="noStrike">
                <a:solidFill>
                  <a:srgbClr val="f77967"/>
                </a:solidFill>
                <a:latin typeface="Poppins"/>
                <a:ea typeface="Poppins"/>
              </a:rPr>
              <a:t>:</a:t>
            </a:r>
            <a:r>
              <a:rPr b="1" lang="en" sz="1600" spc="-1" strike="noStrike">
                <a:solidFill>
                  <a:srgbClr val="de4c36"/>
                </a:solidFill>
                <a:latin typeface="Poppins"/>
                <a:ea typeface="Poppins"/>
              </a:rPr>
              <a:t> </a:t>
            </a:r>
            <a:r>
              <a:rPr b="1" lang="en" sz="1600" spc="-1" strike="noStrike">
                <a:solidFill>
                  <a:srgbClr val="f77967"/>
                </a:solidFill>
                <a:latin typeface="Poppins"/>
                <a:ea typeface="Poppins"/>
              </a:rPr>
              <a:t>Client Error</a:t>
            </a:r>
            <a:endParaRPr b="0" lang="en-US" sz="1600" spc="-1" strike="noStrike">
              <a:solidFill>
                <a:srgbClr val="000000"/>
              </a:solidFill>
              <a:latin typeface="Arial"/>
            </a:endParaRPr>
          </a:p>
          <a:p>
            <a:pPr>
              <a:lnSpc>
                <a:spcPct val="115000"/>
              </a:lnSpc>
            </a:pPr>
            <a:r>
              <a:rPr b="1" lang="en" sz="1600" spc="-1" strike="noStrike">
                <a:solidFill>
                  <a:srgbClr val="434343"/>
                </a:solidFill>
                <a:latin typeface="Poppins"/>
                <a:ea typeface="Poppins"/>
              </a:rPr>
              <a:t>           </a:t>
            </a:r>
            <a:r>
              <a:rPr b="1" lang="en" sz="1600" spc="-1" strike="noStrike">
                <a:solidFill>
                  <a:srgbClr val="434343"/>
                </a:solidFill>
                <a:latin typeface="Poppins"/>
                <a:ea typeface="Poppins"/>
              </a:rPr>
              <a:t>Request doesn’t have what it needs</a:t>
            </a:r>
            <a:endParaRPr b="0" lang="en-US" sz="1600" spc="-1" strike="noStrike">
              <a:solidFill>
                <a:srgbClr val="000000"/>
              </a:solidFill>
              <a:latin typeface="Arial"/>
            </a:endParaRPr>
          </a:p>
          <a:p>
            <a:pPr>
              <a:lnSpc>
                <a:spcPct val="115000"/>
              </a:lnSpc>
            </a:pPr>
            <a:endParaRPr b="0" lang="en-US" sz="1600" spc="-1" strike="noStrike">
              <a:solidFill>
                <a:srgbClr val="000000"/>
              </a:solidFill>
              <a:latin typeface="Arial"/>
            </a:endParaRPr>
          </a:p>
          <a:p>
            <a:pPr marL="457200" indent="-315360">
              <a:lnSpc>
                <a:spcPct val="115000"/>
              </a:lnSpc>
              <a:buClr>
                <a:srgbClr val="de4c36"/>
              </a:buClr>
              <a:buFont typeface="Poppins"/>
              <a:buChar char="●"/>
            </a:pPr>
            <a:r>
              <a:rPr b="1" lang="en" sz="2000" spc="-1" strike="noStrike">
                <a:solidFill>
                  <a:srgbClr val="de4c36"/>
                </a:solidFill>
                <a:latin typeface="Poppins"/>
                <a:ea typeface="Poppins"/>
              </a:rPr>
              <a:t>5xx</a:t>
            </a:r>
            <a:r>
              <a:rPr b="1" lang="en" sz="1800" spc="-1" strike="noStrike">
                <a:solidFill>
                  <a:srgbClr val="de4c36"/>
                </a:solidFill>
                <a:latin typeface="Poppins"/>
                <a:ea typeface="Poppins"/>
              </a:rPr>
              <a:t> </a:t>
            </a:r>
            <a:r>
              <a:rPr b="1" lang="en" sz="1800" spc="-1" strike="noStrike">
                <a:solidFill>
                  <a:srgbClr val="f77967"/>
                </a:solidFill>
                <a:latin typeface="Poppins"/>
                <a:ea typeface="Poppins"/>
              </a:rPr>
              <a:t>:</a:t>
            </a:r>
            <a:r>
              <a:rPr b="1" lang="en" sz="1600" spc="-1" strike="noStrike">
                <a:solidFill>
                  <a:srgbClr val="de4c36"/>
                </a:solidFill>
                <a:latin typeface="Poppins"/>
                <a:ea typeface="Poppins"/>
              </a:rPr>
              <a:t> </a:t>
            </a:r>
            <a:r>
              <a:rPr b="1" lang="en" sz="1600" spc="-1" strike="noStrike">
                <a:solidFill>
                  <a:srgbClr val="f77967"/>
                </a:solidFill>
                <a:latin typeface="Poppins"/>
                <a:ea typeface="Poppins"/>
              </a:rPr>
              <a:t>Server Error</a:t>
            </a:r>
            <a:endParaRPr b="0" lang="en-US" sz="1600" spc="-1" strike="noStrike">
              <a:solidFill>
                <a:srgbClr val="000000"/>
              </a:solidFill>
              <a:latin typeface="Arial"/>
            </a:endParaRPr>
          </a:p>
          <a:p>
            <a:pPr>
              <a:lnSpc>
                <a:spcPct val="115000"/>
              </a:lnSpc>
            </a:pPr>
            <a:r>
              <a:rPr b="1" lang="en" sz="1600" spc="-1" strike="noStrike">
                <a:solidFill>
                  <a:srgbClr val="434343"/>
                </a:solidFill>
                <a:latin typeface="Poppins"/>
                <a:ea typeface="Poppins"/>
              </a:rPr>
              <a:t>           </a:t>
            </a:r>
            <a:r>
              <a:rPr b="1" lang="en" sz="1600" spc="-1" strike="noStrike">
                <a:solidFill>
                  <a:srgbClr val="434343"/>
                </a:solidFill>
                <a:latin typeface="Poppins"/>
                <a:ea typeface="Poppins"/>
              </a:rPr>
              <a:t>Server fulfil the request</a:t>
            </a: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3" name="CustomShape 1"/>
          <p:cNvSpPr/>
          <p:nvPr/>
        </p:nvSpPr>
        <p:spPr>
          <a:xfrm>
            <a:off x="720000" y="972360"/>
            <a:ext cx="5281560" cy="269280"/>
          </a:xfrm>
          <a:prstGeom prst="roundRect">
            <a:avLst>
              <a:gd name="adj" fmla="val 50000"/>
            </a:avLst>
          </a:prstGeom>
          <a:solidFill>
            <a:srgbClr val="f77967"/>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244" name="CustomShape 2"/>
          <p:cNvSpPr/>
          <p:nvPr/>
        </p:nvSpPr>
        <p:spPr>
          <a:xfrm>
            <a:off x="680040" y="534600"/>
            <a:ext cx="7700760" cy="609480"/>
          </a:xfrm>
          <a:prstGeom prst="rect">
            <a:avLst/>
          </a:prstGeom>
          <a:noFill/>
          <a:ln w="0">
            <a:noFill/>
          </a:ln>
        </p:spPr>
        <p:style>
          <a:lnRef idx="0"/>
          <a:fillRef idx="0"/>
          <a:effectRef idx="0"/>
          <a:fontRef idx="minor"/>
        </p:style>
        <p:txBody>
          <a:bodyPr lIns="90000" rIns="90000" tIns="91440" bIns="91440" anchor="t">
            <a:noAutofit/>
          </a:bodyPr>
          <a:p>
            <a:pPr>
              <a:lnSpc>
                <a:spcPct val="100000"/>
              </a:lnSpc>
            </a:pPr>
            <a:r>
              <a:rPr b="0" lang="en" sz="3200" spc="-1" strike="noStrike">
                <a:solidFill>
                  <a:srgbClr val="263238"/>
                </a:solidFill>
                <a:latin typeface="Poppins Black"/>
                <a:ea typeface="Poppins Black"/>
              </a:rPr>
              <a:t>HTTP Status Codes</a:t>
            </a:r>
            <a:endParaRPr b="0" lang="en-US" sz="3200" spc="-1" strike="noStrike">
              <a:solidFill>
                <a:srgbClr val="000000"/>
              </a:solidFill>
              <a:latin typeface="Arial"/>
            </a:endParaRPr>
          </a:p>
        </p:txBody>
      </p:sp>
      <p:sp>
        <p:nvSpPr>
          <p:cNvPr id="245" name="CustomShape 3"/>
          <p:cNvSpPr/>
          <p:nvPr/>
        </p:nvSpPr>
        <p:spPr>
          <a:xfrm>
            <a:off x="649800" y="2042280"/>
            <a:ext cx="4635720" cy="2479320"/>
          </a:xfrm>
          <a:prstGeom prst="rect">
            <a:avLst/>
          </a:prstGeom>
          <a:noFill/>
          <a:ln w="0">
            <a:noFill/>
          </a:ln>
        </p:spPr>
        <p:style>
          <a:lnRef idx="0"/>
          <a:fillRef idx="0"/>
          <a:effectRef idx="0"/>
          <a:fontRef idx="minor"/>
        </p:style>
        <p:txBody>
          <a:bodyPr lIns="90000" rIns="90000" tIns="91440" bIns="91440" anchor="t">
            <a:spAutoFit/>
          </a:bodyPr>
          <a:p>
            <a:pPr marL="457200" indent="-353520" algn="just">
              <a:lnSpc>
                <a:spcPct val="115000"/>
              </a:lnSpc>
              <a:buClr>
                <a:srgbClr val="de4c36"/>
              </a:buClr>
              <a:buFont typeface="Poppins"/>
              <a:buChar char="●"/>
            </a:pPr>
            <a:r>
              <a:rPr b="1" lang="en" sz="2000" spc="-1" strike="noStrike">
                <a:solidFill>
                  <a:srgbClr val="de4c36"/>
                </a:solidFill>
                <a:latin typeface="Poppins"/>
                <a:ea typeface="Poppins"/>
              </a:rPr>
              <a:t>200 </a:t>
            </a:r>
            <a:r>
              <a:rPr b="1" lang="en" sz="1700" spc="-1" strike="noStrike">
                <a:solidFill>
                  <a:srgbClr val="434343"/>
                </a:solidFill>
                <a:latin typeface="Poppins"/>
                <a:ea typeface="Poppins"/>
              </a:rPr>
              <a:t>- Ok</a:t>
            </a:r>
            <a:endParaRPr b="0" lang="en-US" sz="1700" spc="-1" strike="noStrike">
              <a:solidFill>
                <a:srgbClr val="000000"/>
              </a:solidFill>
              <a:latin typeface="Arial"/>
            </a:endParaRPr>
          </a:p>
          <a:p>
            <a:pPr algn="just">
              <a:lnSpc>
                <a:spcPct val="115000"/>
              </a:lnSpc>
            </a:pPr>
            <a:endParaRPr b="0" lang="en-US" sz="1700" spc="-1" strike="noStrike">
              <a:solidFill>
                <a:srgbClr val="000000"/>
              </a:solidFill>
              <a:latin typeface="Arial"/>
            </a:endParaRPr>
          </a:p>
          <a:p>
            <a:pPr marL="457200" indent="-353520" algn="just">
              <a:lnSpc>
                <a:spcPct val="115000"/>
              </a:lnSpc>
              <a:buClr>
                <a:srgbClr val="de4c36"/>
              </a:buClr>
              <a:buFont typeface="Poppins"/>
              <a:buChar char="●"/>
            </a:pPr>
            <a:r>
              <a:rPr b="1" lang="en" sz="2000" spc="-1" strike="noStrike">
                <a:solidFill>
                  <a:srgbClr val="de4c36"/>
                </a:solidFill>
                <a:latin typeface="Poppins"/>
                <a:ea typeface="Poppins"/>
              </a:rPr>
              <a:t>201 </a:t>
            </a:r>
            <a:r>
              <a:rPr b="1" lang="en" sz="1700" spc="-1" strike="noStrike">
                <a:solidFill>
                  <a:srgbClr val="434343"/>
                </a:solidFill>
                <a:latin typeface="Poppins"/>
                <a:ea typeface="Poppins"/>
              </a:rPr>
              <a:t>- Ok created</a:t>
            </a:r>
            <a:endParaRPr b="0" lang="en-US" sz="1700" spc="-1" strike="noStrike">
              <a:solidFill>
                <a:srgbClr val="000000"/>
              </a:solidFill>
              <a:latin typeface="Arial"/>
            </a:endParaRPr>
          </a:p>
          <a:p>
            <a:pPr algn="just">
              <a:lnSpc>
                <a:spcPct val="115000"/>
              </a:lnSpc>
            </a:pPr>
            <a:endParaRPr b="0" lang="en-US" sz="1700" spc="-1" strike="noStrike">
              <a:solidFill>
                <a:srgbClr val="000000"/>
              </a:solidFill>
              <a:latin typeface="Arial"/>
            </a:endParaRPr>
          </a:p>
          <a:p>
            <a:pPr marL="457200" indent="-353520" algn="just">
              <a:lnSpc>
                <a:spcPct val="115000"/>
              </a:lnSpc>
              <a:buClr>
                <a:srgbClr val="de4c36"/>
              </a:buClr>
              <a:buFont typeface="Poppins"/>
              <a:buChar char="●"/>
            </a:pPr>
            <a:r>
              <a:rPr b="1" lang="en" sz="2000" spc="-1" strike="noStrike">
                <a:solidFill>
                  <a:srgbClr val="de4c36"/>
                </a:solidFill>
                <a:latin typeface="Poppins"/>
                <a:ea typeface="Poppins"/>
              </a:rPr>
              <a:t>301 </a:t>
            </a:r>
            <a:r>
              <a:rPr b="1" lang="en" sz="1700" spc="-1" strike="noStrike">
                <a:solidFill>
                  <a:srgbClr val="434343"/>
                </a:solidFill>
                <a:latin typeface="Poppins"/>
                <a:ea typeface="Poppins"/>
              </a:rPr>
              <a:t>- Moved to new URL</a:t>
            </a:r>
            <a:endParaRPr b="0" lang="en-US" sz="1700" spc="-1" strike="noStrike">
              <a:solidFill>
                <a:srgbClr val="000000"/>
              </a:solidFill>
              <a:latin typeface="Arial"/>
            </a:endParaRPr>
          </a:p>
          <a:p>
            <a:pPr marL="1371600" algn="just">
              <a:lnSpc>
                <a:spcPct val="115000"/>
              </a:lnSpc>
            </a:pPr>
            <a:endParaRPr b="0" lang="en-US" sz="1700" spc="-1" strike="noStrike">
              <a:solidFill>
                <a:srgbClr val="000000"/>
              </a:solidFill>
              <a:latin typeface="Arial"/>
            </a:endParaRPr>
          </a:p>
          <a:p>
            <a:pPr marL="457200" indent="-353520" algn="just">
              <a:lnSpc>
                <a:spcPct val="115000"/>
              </a:lnSpc>
              <a:buClr>
                <a:srgbClr val="de4c36"/>
              </a:buClr>
              <a:buFont typeface="Poppins"/>
              <a:buChar char="●"/>
            </a:pPr>
            <a:r>
              <a:rPr b="1" lang="en" sz="2000" spc="-1" strike="noStrike">
                <a:solidFill>
                  <a:srgbClr val="de4c36"/>
                </a:solidFill>
                <a:latin typeface="Poppins"/>
                <a:ea typeface="Poppins"/>
              </a:rPr>
              <a:t>304 </a:t>
            </a:r>
            <a:r>
              <a:rPr b="1" lang="en" sz="1700" spc="-1" strike="noStrike">
                <a:solidFill>
                  <a:srgbClr val="434343"/>
                </a:solidFill>
                <a:latin typeface="Poppins"/>
                <a:ea typeface="Poppins"/>
              </a:rPr>
              <a:t>-</a:t>
            </a:r>
            <a:r>
              <a:rPr b="1" lang="en" sz="2000" spc="-1" strike="noStrike">
                <a:solidFill>
                  <a:srgbClr val="de4c36"/>
                </a:solidFill>
                <a:latin typeface="Poppins"/>
                <a:ea typeface="Poppins"/>
              </a:rPr>
              <a:t> </a:t>
            </a:r>
            <a:r>
              <a:rPr b="1" lang="en" sz="1700" spc="-1" strike="noStrike">
                <a:solidFill>
                  <a:srgbClr val="434343"/>
                </a:solidFill>
                <a:latin typeface="Poppins"/>
                <a:ea typeface="Poppins"/>
              </a:rPr>
              <a:t>Not modified (Cached)</a:t>
            </a:r>
            <a:endParaRPr b="0" lang="en-US" sz="1700" spc="-1" strike="noStrike">
              <a:solidFill>
                <a:srgbClr val="000000"/>
              </a:solidFill>
              <a:latin typeface="Arial"/>
            </a:endParaRPr>
          </a:p>
        </p:txBody>
      </p:sp>
      <p:sp>
        <p:nvSpPr>
          <p:cNvPr id="246" name="CustomShape 4"/>
          <p:cNvSpPr/>
          <p:nvPr/>
        </p:nvSpPr>
        <p:spPr>
          <a:xfrm>
            <a:off x="4836600" y="1977120"/>
            <a:ext cx="4052160" cy="2479320"/>
          </a:xfrm>
          <a:prstGeom prst="rect">
            <a:avLst/>
          </a:prstGeom>
          <a:noFill/>
          <a:ln w="0">
            <a:noFill/>
          </a:ln>
        </p:spPr>
        <p:style>
          <a:lnRef idx="0"/>
          <a:fillRef idx="0"/>
          <a:effectRef idx="0"/>
          <a:fontRef idx="minor"/>
        </p:style>
        <p:txBody>
          <a:bodyPr lIns="90000" rIns="90000" tIns="91440" bIns="91440" anchor="t">
            <a:spAutoFit/>
          </a:bodyPr>
          <a:p>
            <a:pPr marL="457200" indent="-353520">
              <a:lnSpc>
                <a:spcPct val="115000"/>
              </a:lnSpc>
              <a:buClr>
                <a:srgbClr val="de4c36"/>
              </a:buClr>
              <a:buFont typeface="Poppins"/>
              <a:buChar char="●"/>
            </a:pPr>
            <a:r>
              <a:rPr b="1" lang="en" sz="2000" spc="-1" strike="noStrike">
                <a:solidFill>
                  <a:srgbClr val="de4c36"/>
                </a:solidFill>
                <a:latin typeface="Poppins"/>
                <a:ea typeface="Poppins"/>
              </a:rPr>
              <a:t>400 </a:t>
            </a:r>
            <a:r>
              <a:rPr b="1" lang="en" sz="1700" spc="-1" strike="noStrike">
                <a:solidFill>
                  <a:srgbClr val="434343"/>
                </a:solidFill>
                <a:latin typeface="Poppins"/>
                <a:ea typeface="Poppins"/>
              </a:rPr>
              <a:t>- Bad request</a:t>
            </a:r>
            <a:endParaRPr b="0" lang="en-US" sz="1700" spc="-1" strike="noStrike">
              <a:solidFill>
                <a:srgbClr val="000000"/>
              </a:solidFill>
              <a:latin typeface="Arial"/>
            </a:endParaRPr>
          </a:p>
          <a:p>
            <a:pPr marL="457200">
              <a:lnSpc>
                <a:spcPct val="115000"/>
              </a:lnSpc>
            </a:pPr>
            <a:endParaRPr b="0" lang="en-US" sz="1700" spc="-1" strike="noStrike">
              <a:solidFill>
                <a:srgbClr val="000000"/>
              </a:solidFill>
              <a:latin typeface="Arial"/>
            </a:endParaRPr>
          </a:p>
          <a:p>
            <a:pPr marL="457200" indent="-353520">
              <a:lnSpc>
                <a:spcPct val="115000"/>
              </a:lnSpc>
              <a:buClr>
                <a:srgbClr val="de4c36"/>
              </a:buClr>
              <a:buFont typeface="Poppins"/>
              <a:buChar char="●"/>
            </a:pPr>
            <a:r>
              <a:rPr b="1" lang="en" sz="2000" spc="-1" strike="noStrike">
                <a:solidFill>
                  <a:srgbClr val="de4c36"/>
                </a:solidFill>
                <a:latin typeface="Poppins"/>
                <a:ea typeface="Poppins"/>
              </a:rPr>
              <a:t>401 </a:t>
            </a:r>
            <a:r>
              <a:rPr b="1" lang="en" sz="1700" spc="-1" strike="noStrike">
                <a:solidFill>
                  <a:srgbClr val="434343"/>
                </a:solidFill>
                <a:latin typeface="Poppins"/>
                <a:ea typeface="Poppins"/>
              </a:rPr>
              <a:t>- Unauthorized</a:t>
            </a:r>
            <a:endParaRPr b="0" lang="en-US" sz="1700" spc="-1" strike="noStrike">
              <a:solidFill>
                <a:srgbClr val="000000"/>
              </a:solidFill>
              <a:latin typeface="Arial"/>
            </a:endParaRPr>
          </a:p>
          <a:p>
            <a:pPr marL="457200">
              <a:lnSpc>
                <a:spcPct val="115000"/>
              </a:lnSpc>
            </a:pPr>
            <a:endParaRPr b="0" lang="en-US" sz="1700" spc="-1" strike="noStrike">
              <a:solidFill>
                <a:srgbClr val="000000"/>
              </a:solidFill>
              <a:latin typeface="Arial"/>
            </a:endParaRPr>
          </a:p>
          <a:p>
            <a:pPr marL="457200" indent="-353520">
              <a:lnSpc>
                <a:spcPct val="115000"/>
              </a:lnSpc>
              <a:buClr>
                <a:srgbClr val="de4c36"/>
              </a:buClr>
              <a:buFont typeface="Poppins"/>
              <a:buChar char="●"/>
            </a:pPr>
            <a:r>
              <a:rPr b="1" lang="en" sz="2000" spc="-1" strike="noStrike">
                <a:solidFill>
                  <a:srgbClr val="de4c36"/>
                </a:solidFill>
                <a:latin typeface="Poppins"/>
                <a:ea typeface="Poppins"/>
              </a:rPr>
              <a:t>404 </a:t>
            </a:r>
            <a:r>
              <a:rPr b="1" lang="en" sz="1700" spc="-1" strike="noStrike">
                <a:solidFill>
                  <a:srgbClr val="434343"/>
                </a:solidFill>
                <a:latin typeface="Poppins"/>
                <a:ea typeface="Poppins"/>
              </a:rPr>
              <a:t>- Not found</a:t>
            </a:r>
            <a:endParaRPr b="0" lang="en-US" sz="1700" spc="-1" strike="noStrike">
              <a:solidFill>
                <a:srgbClr val="000000"/>
              </a:solidFill>
              <a:latin typeface="Arial"/>
            </a:endParaRPr>
          </a:p>
          <a:p>
            <a:pPr marL="457200">
              <a:lnSpc>
                <a:spcPct val="115000"/>
              </a:lnSpc>
            </a:pPr>
            <a:endParaRPr b="0" lang="en-US" sz="1700" spc="-1" strike="noStrike">
              <a:solidFill>
                <a:srgbClr val="000000"/>
              </a:solidFill>
              <a:latin typeface="Arial"/>
            </a:endParaRPr>
          </a:p>
          <a:p>
            <a:pPr marL="457200" indent="-353520">
              <a:lnSpc>
                <a:spcPct val="115000"/>
              </a:lnSpc>
              <a:buClr>
                <a:srgbClr val="de4c36"/>
              </a:buClr>
              <a:buFont typeface="Poppins"/>
              <a:buChar char="●"/>
            </a:pPr>
            <a:r>
              <a:rPr b="1" lang="en" sz="2000" spc="-1" strike="noStrike">
                <a:solidFill>
                  <a:srgbClr val="de4c36"/>
                </a:solidFill>
                <a:latin typeface="Poppins"/>
                <a:ea typeface="Poppins"/>
              </a:rPr>
              <a:t>500 </a:t>
            </a:r>
            <a:r>
              <a:rPr b="1" lang="en" sz="1700" spc="-1" strike="noStrike">
                <a:solidFill>
                  <a:srgbClr val="434343"/>
                </a:solidFill>
                <a:latin typeface="Poppins"/>
                <a:ea typeface="Poppins"/>
              </a:rPr>
              <a:t>- Internal server error</a:t>
            </a:r>
            <a:endParaRPr b="0" lang="en-US" sz="17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47" name="Google Shape;370;p47" descr=""/>
          <p:cNvPicPr/>
          <p:nvPr/>
        </p:nvPicPr>
        <p:blipFill>
          <a:blip r:embed="rId1"/>
          <a:stretch/>
        </p:blipFill>
        <p:spPr>
          <a:xfrm>
            <a:off x="1294560" y="611280"/>
            <a:ext cx="6552000" cy="3917880"/>
          </a:xfrm>
          <a:prstGeom prst="rect">
            <a:avLst/>
          </a:prstGeom>
          <a:ln w="0">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8" name="CustomShape 1"/>
          <p:cNvSpPr/>
          <p:nvPr/>
        </p:nvSpPr>
        <p:spPr>
          <a:xfrm>
            <a:off x="720000" y="972360"/>
            <a:ext cx="5281560" cy="269280"/>
          </a:xfrm>
          <a:prstGeom prst="roundRect">
            <a:avLst>
              <a:gd name="adj" fmla="val 50000"/>
            </a:avLst>
          </a:prstGeom>
          <a:solidFill>
            <a:srgbClr val="f77967"/>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249" name="CustomShape 2"/>
          <p:cNvSpPr/>
          <p:nvPr/>
        </p:nvSpPr>
        <p:spPr>
          <a:xfrm>
            <a:off x="680040" y="534600"/>
            <a:ext cx="7700760" cy="609480"/>
          </a:xfrm>
          <a:prstGeom prst="rect">
            <a:avLst/>
          </a:prstGeom>
          <a:noFill/>
          <a:ln w="0">
            <a:noFill/>
          </a:ln>
        </p:spPr>
        <p:style>
          <a:lnRef idx="0"/>
          <a:fillRef idx="0"/>
          <a:effectRef idx="0"/>
          <a:fontRef idx="minor"/>
        </p:style>
        <p:txBody>
          <a:bodyPr lIns="90000" rIns="90000" tIns="91440" bIns="91440" anchor="t">
            <a:noAutofit/>
          </a:bodyPr>
          <a:p>
            <a:pPr>
              <a:lnSpc>
                <a:spcPct val="100000"/>
              </a:lnSpc>
            </a:pPr>
            <a:r>
              <a:rPr b="0" lang="en" sz="3200" spc="-1" strike="noStrike">
                <a:solidFill>
                  <a:srgbClr val="263238"/>
                </a:solidFill>
                <a:latin typeface="Poppins Black"/>
                <a:ea typeface="Poppins Black"/>
              </a:rPr>
              <a:t>GET Request Anatomy</a:t>
            </a:r>
            <a:endParaRPr b="0" lang="en-US" sz="3200" spc="-1" strike="noStrike">
              <a:solidFill>
                <a:srgbClr val="000000"/>
              </a:solidFill>
              <a:latin typeface="Arial"/>
            </a:endParaRPr>
          </a:p>
        </p:txBody>
      </p:sp>
      <p:pic>
        <p:nvPicPr>
          <p:cNvPr id="250" name="Google Shape;377;p48" descr=""/>
          <p:cNvPicPr/>
          <p:nvPr/>
        </p:nvPicPr>
        <p:blipFill>
          <a:blip r:embed="rId1"/>
          <a:stretch/>
        </p:blipFill>
        <p:spPr>
          <a:xfrm>
            <a:off x="1726200" y="1617480"/>
            <a:ext cx="5688360" cy="3175560"/>
          </a:xfrm>
          <a:prstGeom prst="rect">
            <a:avLst/>
          </a:prstGeom>
          <a:ln w="0">
            <a:noFill/>
          </a:ln>
        </p:spPr>
      </p:pic>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1" name="CustomShape 1"/>
          <p:cNvSpPr/>
          <p:nvPr/>
        </p:nvSpPr>
        <p:spPr>
          <a:xfrm>
            <a:off x="720000" y="972360"/>
            <a:ext cx="5281560" cy="269280"/>
          </a:xfrm>
          <a:prstGeom prst="roundRect">
            <a:avLst>
              <a:gd name="adj" fmla="val 50000"/>
            </a:avLst>
          </a:prstGeom>
          <a:solidFill>
            <a:srgbClr val="f77967"/>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252" name="CustomShape 2"/>
          <p:cNvSpPr/>
          <p:nvPr/>
        </p:nvSpPr>
        <p:spPr>
          <a:xfrm>
            <a:off x="680040" y="534600"/>
            <a:ext cx="7700760" cy="609480"/>
          </a:xfrm>
          <a:prstGeom prst="rect">
            <a:avLst/>
          </a:prstGeom>
          <a:noFill/>
          <a:ln w="0">
            <a:noFill/>
          </a:ln>
        </p:spPr>
        <p:style>
          <a:lnRef idx="0"/>
          <a:fillRef idx="0"/>
          <a:effectRef idx="0"/>
          <a:fontRef idx="minor"/>
        </p:style>
        <p:txBody>
          <a:bodyPr lIns="90000" rIns="90000" tIns="91440" bIns="91440" anchor="t">
            <a:noAutofit/>
          </a:bodyPr>
          <a:p>
            <a:pPr>
              <a:lnSpc>
                <a:spcPct val="100000"/>
              </a:lnSpc>
            </a:pPr>
            <a:r>
              <a:rPr b="0" lang="en" sz="3200" spc="-1" strike="noStrike">
                <a:solidFill>
                  <a:srgbClr val="263238"/>
                </a:solidFill>
                <a:latin typeface="Poppins Black"/>
                <a:ea typeface="Poppins Black"/>
              </a:rPr>
              <a:t>POST Request Anatomy</a:t>
            </a:r>
            <a:endParaRPr b="0" lang="en-US" sz="3200" spc="-1" strike="noStrike">
              <a:solidFill>
                <a:srgbClr val="000000"/>
              </a:solidFill>
              <a:latin typeface="Arial"/>
            </a:endParaRPr>
          </a:p>
        </p:txBody>
      </p:sp>
      <p:pic>
        <p:nvPicPr>
          <p:cNvPr id="253" name="Google Shape;384;p49" descr=""/>
          <p:cNvPicPr/>
          <p:nvPr/>
        </p:nvPicPr>
        <p:blipFill>
          <a:blip r:embed="rId1"/>
          <a:stretch/>
        </p:blipFill>
        <p:spPr>
          <a:xfrm>
            <a:off x="2031840" y="1834560"/>
            <a:ext cx="4996800" cy="2892960"/>
          </a:xfrm>
          <a:prstGeom prst="rect">
            <a:avLst/>
          </a:prstGeom>
          <a:ln w="0">
            <a:noFill/>
          </a:ln>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4" name="CustomShape 1"/>
          <p:cNvSpPr/>
          <p:nvPr/>
        </p:nvSpPr>
        <p:spPr>
          <a:xfrm>
            <a:off x="720000" y="972360"/>
            <a:ext cx="5281560" cy="269280"/>
          </a:xfrm>
          <a:prstGeom prst="roundRect">
            <a:avLst>
              <a:gd name="adj" fmla="val 50000"/>
            </a:avLst>
          </a:prstGeom>
          <a:solidFill>
            <a:srgbClr val="f77967"/>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255" name="CustomShape 2"/>
          <p:cNvSpPr/>
          <p:nvPr/>
        </p:nvSpPr>
        <p:spPr>
          <a:xfrm>
            <a:off x="680040" y="534600"/>
            <a:ext cx="7700760" cy="609480"/>
          </a:xfrm>
          <a:prstGeom prst="rect">
            <a:avLst/>
          </a:prstGeom>
          <a:noFill/>
          <a:ln w="0">
            <a:noFill/>
          </a:ln>
        </p:spPr>
        <p:style>
          <a:lnRef idx="0"/>
          <a:fillRef idx="0"/>
          <a:effectRef idx="0"/>
          <a:fontRef idx="minor"/>
        </p:style>
        <p:txBody>
          <a:bodyPr lIns="90000" rIns="90000" tIns="91440" bIns="91440" anchor="t">
            <a:noAutofit/>
          </a:bodyPr>
          <a:p>
            <a:pPr>
              <a:lnSpc>
                <a:spcPct val="100000"/>
              </a:lnSpc>
            </a:pPr>
            <a:r>
              <a:rPr b="0" lang="en" sz="3200" spc="-1" strike="noStrike">
                <a:solidFill>
                  <a:srgbClr val="263238"/>
                </a:solidFill>
                <a:latin typeface="Poppins Black"/>
                <a:ea typeface="Poppins Black"/>
              </a:rPr>
              <a:t>Response Anatomy</a:t>
            </a:r>
            <a:endParaRPr b="0" lang="en-US" sz="3200" spc="-1" strike="noStrike">
              <a:solidFill>
                <a:srgbClr val="000000"/>
              </a:solidFill>
              <a:latin typeface="Arial"/>
            </a:endParaRPr>
          </a:p>
        </p:txBody>
      </p:sp>
      <p:pic>
        <p:nvPicPr>
          <p:cNvPr id="256" name="Google Shape;391;p50" descr=""/>
          <p:cNvPicPr/>
          <p:nvPr/>
        </p:nvPicPr>
        <p:blipFill>
          <a:blip r:embed="rId1"/>
          <a:stretch/>
        </p:blipFill>
        <p:spPr>
          <a:xfrm>
            <a:off x="2476080" y="1416960"/>
            <a:ext cx="4188600" cy="3590640"/>
          </a:xfrm>
          <a:prstGeom prst="rect">
            <a:avLst/>
          </a:prstGeom>
          <a:ln w="0">
            <a:noFill/>
          </a:ln>
        </p:spPr>
      </p:pic>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7" name="CustomShape 1"/>
          <p:cNvSpPr/>
          <p:nvPr/>
        </p:nvSpPr>
        <p:spPr>
          <a:xfrm>
            <a:off x="720000" y="972360"/>
            <a:ext cx="5281560" cy="269280"/>
          </a:xfrm>
          <a:prstGeom prst="roundRect">
            <a:avLst>
              <a:gd name="adj" fmla="val 50000"/>
            </a:avLst>
          </a:prstGeom>
          <a:solidFill>
            <a:srgbClr val="f77967"/>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258" name="CustomShape 2"/>
          <p:cNvSpPr/>
          <p:nvPr/>
        </p:nvSpPr>
        <p:spPr>
          <a:xfrm>
            <a:off x="680040" y="534600"/>
            <a:ext cx="7700760" cy="609480"/>
          </a:xfrm>
          <a:prstGeom prst="rect">
            <a:avLst/>
          </a:prstGeom>
          <a:noFill/>
          <a:ln w="0">
            <a:noFill/>
          </a:ln>
        </p:spPr>
        <p:style>
          <a:lnRef idx="0"/>
          <a:fillRef idx="0"/>
          <a:effectRef idx="0"/>
          <a:fontRef idx="minor"/>
        </p:style>
        <p:txBody>
          <a:bodyPr lIns="90000" rIns="90000" tIns="91440" bIns="91440" anchor="t">
            <a:noAutofit/>
          </a:bodyPr>
          <a:p>
            <a:pPr>
              <a:lnSpc>
                <a:spcPct val="100000"/>
              </a:lnSpc>
            </a:pPr>
            <a:r>
              <a:rPr b="0" lang="en" sz="3200" spc="-1" strike="noStrike">
                <a:solidFill>
                  <a:srgbClr val="263238"/>
                </a:solidFill>
                <a:latin typeface="Poppins Black"/>
                <a:ea typeface="Poppins Black"/>
              </a:rPr>
              <a:t>What’s Web Server ?</a:t>
            </a:r>
            <a:endParaRPr b="0" lang="en-US" sz="3200" spc="-1" strike="noStrike">
              <a:solidFill>
                <a:srgbClr val="000000"/>
              </a:solidFill>
              <a:latin typeface="Arial"/>
            </a:endParaRPr>
          </a:p>
        </p:txBody>
      </p:sp>
      <p:sp>
        <p:nvSpPr>
          <p:cNvPr id="259" name="CustomShape 3"/>
          <p:cNvSpPr/>
          <p:nvPr/>
        </p:nvSpPr>
        <p:spPr>
          <a:xfrm>
            <a:off x="491400" y="1708560"/>
            <a:ext cx="8110800" cy="3105720"/>
          </a:xfrm>
          <a:prstGeom prst="rect">
            <a:avLst/>
          </a:prstGeom>
          <a:noFill/>
          <a:ln w="0">
            <a:noFill/>
          </a:ln>
        </p:spPr>
        <p:style>
          <a:lnRef idx="0"/>
          <a:fillRef idx="0"/>
          <a:effectRef idx="0"/>
          <a:fontRef idx="minor"/>
        </p:style>
        <p:txBody>
          <a:bodyPr lIns="90000" rIns="90000" tIns="91440" bIns="91440" anchor="t">
            <a:spAutoFit/>
          </a:bodyPr>
          <a:p>
            <a:pPr marL="457200" indent="-327960">
              <a:lnSpc>
                <a:spcPct val="150000"/>
              </a:lnSpc>
              <a:buClr>
                <a:srgbClr val="de4c36"/>
              </a:buClr>
              <a:buFont typeface="Poppins"/>
              <a:buChar char="●"/>
            </a:pPr>
            <a:r>
              <a:rPr b="0" lang="en" sz="1600" spc="-1" strike="noStrike">
                <a:solidFill>
                  <a:srgbClr val="263238"/>
                </a:solidFill>
                <a:latin typeface="Poppins"/>
                <a:ea typeface="Poppins"/>
              </a:rPr>
              <a:t>This is a </a:t>
            </a:r>
            <a:r>
              <a:rPr b="0" lang="en" sz="1600" spc="-1" strike="noStrike">
                <a:solidFill>
                  <a:srgbClr val="de4c36"/>
                </a:solidFill>
                <a:latin typeface="Poppins"/>
                <a:ea typeface="Poppins"/>
              </a:rPr>
              <a:t>computer</a:t>
            </a:r>
            <a:r>
              <a:rPr b="0" lang="en" sz="1600" spc="-1" strike="noStrike">
                <a:solidFill>
                  <a:srgbClr val="263238"/>
                </a:solidFill>
                <a:latin typeface="Poppins"/>
                <a:ea typeface="Poppins"/>
              </a:rPr>
              <a:t> that's sole purpose is to </a:t>
            </a:r>
            <a:r>
              <a:rPr b="0" lang="en" sz="1600" spc="-1" strike="noStrike">
                <a:solidFill>
                  <a:srgbClr val="de4c36"/>
                </a:solidFill>
                <a:latin typeface="Poppins"/>
                <a:ea typeface="Poppins"/>
              </a:rPr>
              <a:t>distribute</a:t>
            </a:r>
            <a:r>
              <a:rPr b="0" lang="en" sz="1600" spc="-1" strike="noStrike">
                <a:solidFill>
                  <a:srgbClr val="263238"/>
                </a:solidFill>
                <a:latin typeface="Poppins"/>
                <a:ea typeface="Poppins"/>
              </a:rPr>
              <a:t> information that is hosted within its hard drives.</a:t>
            </a:r>
            <a:endParaRPr b="0" lang="en-US" sz="1600" spc="-1" strike="noStrike">
              <a:solidFill>
                <a:srgbClr val="000000"/>
              </a:solidFill>
              <a:latin typeface="Arial"/>
            </a:endParaRPr>
          </a:p>
          <a:p>
            <a:pPr marL="457200">
              <a:lnSpc>
                <a:spcPct val="150000"/>
              </a:lnSpc>
            </a:pPr>
            <a:endParaRPr b="0" lang="en-US" sz="1600" spc="-1" strike="noStrike">
              <a:solidFill>
                <a:srgbClr val="000000"/>
              </a:solidFill>
              <a:latin typeface="Arial"/>
            </a:endParaRPr>
          </a:p>
          <a:p>
            <a:pPr marL="457200" indent="-327960">
              <a:lnSpc>
                <a:spcPct val="150000"/>
              </a:lnSpc>
              <a:buClr>
                <a:srgbClr val="de4c36"/>
              </a:buClr>
              <a:buFont typeface="Poppins"/>
              <a:buChar char="●"/>
            </a:pPr>
            <a:r>
              <a:rPr b="0" lang="en" sz="1600" spc="-1" strike="noStrike">
                <a:solidFill>
                  <a:srgbClr val="263238"/>
                </a:solidFill>
                <a:latin typeface="Poppins"/>
                <a:ea typeface="Poppins"/>
              </a:rPr>
              <a:t>Depending on the information, it is accessed and distributed </a:t>
            </a:r>
            <a:r>
              <a:rPr b="0" lang="en" sz="1600" spc="-1" strike="noStrike">
                <a:solidFill>
                  <a:srgbClr val="de4c36"/>
                </a:solidFill>
                <a:latin typeface="Poppins"/>
                <a:ea typeface="Poppins"/>
              </a:rPr>
              <a:t>differently</a:t>
            </a:r>
            <a:r>
              <a:rPr b="0" lang="en" sz="1600" spc="-1" strike="noStrike">
                <a:solidFill>
                  <a:srgbClr val="263238"/>
                </a:solidFill>
                <a:latin typeface="Poppins"/>
                <a:ea typeface="Poppins"/>
              </a:rPr>
              <a:t>.</a:t>
            </a:r>
            <a:endParaRPr b="0" lang="en-US" sz="1600" spc="-1" strike="noStrike">
              <a:solidFill>
                <a:srgbClr val="000000"/>
              </a:solidFill>
              <a:latin typeface="Arial"/>
            </a:endParaRPr>
          </a:p>
          <a:p>
            <a:pPr marL="457200">
              <a:lnSpc>
                <a:spcPct val="150000"/>
              </a:lnSpc>
            </a:pPr>
            <a:endParaRPr b="0" lang="en-US" sz="1600" spc="-1" strike="noStrike">
              <a:solidFill>
                <a:srgbClr val="000000"/>
              </a:solidFill>
              <a:latin typeface="Arial"/>
            </a:endParaRPr>
          </a:p>
          <a:p>
            <a:pPr marL="457200" indent="-327960">
              <a:lnSpc>
                <a:spcPct val="150000"/>
              </a:lnSpc>
              <a:buClr>
                <a:srgbClr val="de4c36"/>
              </a:buClr>
              <a:buFont typeface="Poppins"/>
              <a:buChar char="●"/>
            </a:pPr>
            <a:r>
              <a:rPr b="0" lang="en" sz="1600" spc="-1" strike="noStrike">
                <a:solidFill>
                  <a:srgbClr val="263238"/>
                </a:solidFill>
                <a:latin typeface="Poppins"/>
                <a:ea typeface="Poppins"/>
              </a:rPr>
              <a:t>A detailed example would be standard Web Pages that are accessed via the Internet protocol </a:t>
            </a:r>
            <a:r>
              <a:rPr b="0" lang="en" sz="1600" spc="-1" strike="noStrike">
                <a:solidFill>
                  <a:srgbClr val="de4c36"/>
                </a:solidFill>
                <a:latin typeface="Poppins"/>
                <a:ea typeface="Poppins"/>
              </a:rPr>
              <a:t>HTTP on port 80</a:t>
            </a:r>
            <a:r>
              <a:rPr b="0" lang="en" sz="1600" spc="-1" strike="noStrike">
                <a:solidFill>
                  <a:srgbClr val="263238"/>
                </a:solidFill>
                <a:latin typeface="Poppins"/>
                <a:ea typeface="Poppins"/>
              </a:rPr>
              <a:t> and distributed back in the same fashion which are stored on a web server.</a:t>
            </a:r>
            <a:endParaRPr b="0" lang="en-US" sz="1600" spc="-1" strike="noStrike">
              <a:solidFill>
                <a:srgbClr val="000000"/>
              </a:solidFill>
              <a:latin typeface="Arial"/>
            </a:endParaRPr>
          </a:p>
        </p:txBody>
      </p:sp>
      <p:pic>
        <p:nvPicPr>
          <p:cNvPr id="260" name="Google Shape;399;p51" descr=""/>
          <p:cNvPicPr/>
          <p:nvPr/>
        </p:nvPicPr>
        <p:blipFill>
          <a:blip r:embed="rId1"/>
          <a:stretch/>
        </p:blipFill>
        <p:spPr>
          <a:xfrm>
            <a:off x="7195680" y="376560"/>
            <a:ext cx="1048320" cy="1048320"/>
          </a:xfrm>
          <a:prstGeom prst="rect">
            <a:avLst/>
          </a:prstGeom>
          <a:ln w="0">
            <a:noFill/>
          </a:ln>
        </p:spPr>
      </p:pic>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1" name="CustomShape 1"/>
          <p:cNvSpPr/>
          <p:nvPr/>
        </p:nvSpPr>
        <p:spPr>
          <a:xfrm>
            <a:off x="1508760" y="2097720"/>
            <a:ext cx="3317400" cy="269280"/>
          </a:xfrm>
          <a:prstGeom prst="roundRect">
            <a:avLst>
              <a:gd name="adj" fmla="val 50000"/>
            </a:avLst>
          </a:prstGeom>
          <a:solidFill>
            <a:srgbClr val="de4c36">
              <a:alpha val="51000"/>
            </a:srgbClr>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262" name="CustomShape 2"/>
          <p:cNvSpPr/>
          <p:nvPr/>
        </p:nvSpPr>
        <p:spPr>
          <a:xfrm>
            <a:off x="1452600" y="1643040"/>
            <a:ext cx="4188240" cy="721800"/>
          </a:xfrm>
          <a:prstGeom prst="rect">
            <a:avLst/>
          </a:prstGeom>
          <a:noFill/>
          <a:ln w="0">
            <a:noFill/>
          </a:ln>
        </p:spPr>
        <p:style>
          <a:lnRef idx="0"/>
          <a:fillRef idx="0"/>
          <a:effectRef idx="0"/>
          <a:fontRef idx="minor"/>
        </p:style>
        <p:txBody>
          <a:bodyPr lIns="90000" rIns="90000" tIns="91440" bIns="91440" anchor="t">
            <a:noAutofit/>
          </a:bodyPr>
          <a:p>
            <a:pPr>
              <a:lnSpc>
                <a:spcPct val="100000"/>
              </a:lnSpc>
            </a:pPr>
            <a:r>
              <a:rPr b="0" lang="en" sz="4000" spc="-1" strike="noStrike">
                <a:solidFill>
                  <a:srgbClr val="263238"/>
                </a:solidFill>
                <a:latin typeface="Poppins Black"/>
                <a:ea typeface="Poppins Black"/>
              </a:rPr>
              <a:t>Apache </a:t>
            </a:r>
            <a:br>
              <a:rPr sz="1800"/>
            </a:br>
            <a:r>
              <a:rPr b="0" lang="en" sz="4000" spc="-1" strike="noStrike">
                <a:solidFill>
                  <a:srgbClr val="263238"/>
                </a:solidFill>
                <a:latin typeface="Poppins Black"/>
                <a:ea typeface="Poppins Black"/>
              </a:rPr>
              <a:t>Web Server</a:t>
            </a:r>
            <a:endParaRPr b="0" lang="en-US" sz="4000" spc="-1" strike="noStrike">
              <a:solidFill>
                <a:srgbClr val="000000"/>
              </a:solidFill>
              <a:latin typeface="Arial"/>
            </a:endParaRPr>
          </a:p>
        </p:txBody>
      </p:sp>
      <p:grpSp>
        <p:nvGrpSpPr>
          <p:cNvPr id="263" name="Group 3"/>
          <p:cNvGrpSpPr/>
          <p:nvPr/>
        </p:nvGrpSpPr>
        <p:grpSpPr>
          <a:xfrm>
            <a:off x="5500800" y="433800"/>
            <a:ext cx="3201840" cy="3139920"/>
            <a:chOff x="5500800" y="433800"/>
            <a:chExt cx="3201840" cy="3139920"/>
          </a:xfrm>
        </p:grpSpPr>
        <p:sp>
          <p:nvSpPr>
            <p:cNvPr id="264" name="CustomShape 4"/>
            <p:cNvSpPr/>
            <p:nvPr/>
          </p:nvSpPr>
          <p:spPr>
            <a:xfrm>
              <a:off x="5562720" y="433800"/>
              <a:ext cx="3139920" cy="3139920"/>
            </a:xfrm>
            <a:prstGeom prst="ellipse">
              <a:avLst/>
            </a:prstGeom>
            <a:solidFill>
              <a:srgbClr val="ffffff"/>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grpSp>
          <p:nvGrpSpPr>
            <p:cNvPr id="265" name="Group 5"/>
            <p:cNvGrpSpPr/>
            <p:nvPr/>
          </p:nvGrpSpPr>
          <p:grpSpPr>
            <a:xfrm>
              <a:off x="5500800" y="540000"/>
              <a:ext cx="2919960" cy="2851560"/>
              <a:chOff x="5500800" y="540000"/>
              <a:chExt cx="2919960" cy="2851560"/>
            </a:xfrm>
          </p:grpSpPr>
          <p:sp>
            <p:nvSpPr>
              <p:cNvPr id="266" name="CustomShape 6"/>
              <p:cNvSpPr/>
              <p:nvPr/>
            </p:nvSpPr>
            <p:spPr>
              <a:xfrm>
                <a:off x="7018560" y="3226320"/>
                <a:ext cx="280440" cy="99720"/>
              </a:xfrm>
              <a:custGeom>
                <a:avLst/>
                <a:gdLst>
                  <a:gd name="textAreaLeft" fmla="*/ 0 w 280440"/>
                  <a:gd name="textAreaRight" fmla="*/ 281520 w 280440"/>
                  <a:gd name="textAreaTop" fmla="*/ 0 h 99720"/>
                  <a:gd name="textAreaBottom" fmla="*/ 100800 h 99720"/>
                </a:gdLst>
                <a:ahLst/>
                <a:rect l="textAreaLeft" t="textAreaTop" r="textAreaRight" b="textAreaBottom"/>
                <a:pathLst>
                  <a:path w="6072" h="2203">
                    <a:moveTo>
                      <a:pt x="5938" y="1"/>
                    </a:moveTo>
                    <a:lnTo>
                      <a:pt x="1" y="1802"/>
                    </a:lnTo>
                    <a:lnTo>
                      <a:pt x="134" y="2202"/>
                    </a:lnTo>
                    <a:lnTo>
                      <a:pt x="6072" y="401"/>
                    </a:lnTo>
                    <a:lnTo>
                      <a:pt x="5938" y="1"/>
                    </a:lnTo>
                    <a:close/>
                  </a:path>
                </a:pathLst>
              </a:custGeom>
              <a:solidFill>
                <a:srgbClr val="de4c36"/>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267" name="CustomShape 7"/>
              <p:cNvSpPr/>
              <p:nvPr/>
            </p:nvSpPr>
            <p:spPr>
              <a:xfrm>
                <a:off x="7376760" y="3157920"/>
                <a:ext cx="149400" cy="60480"/>
              </a:xfrm>
              <a:custGeom>
                <a:avLst/>
                <a:gdLst>
                  <a:gd name="textAreaLeft" fmla="*/ 0 w 149400"/>
                  <a:gd name="textAreaRight" fmla="*/ 150480 w 149400"/>
                  <a:gd name="textAreaTop" fmla="*/ 0 h 60480"/>
                  <a:gd name="textAreaBottom" fmla="*/ 61560 h 60480"/>
                </a:gdLst>
                <a:ahLst/>
                <a:rect l="textAreaLeft" t="textAreaTop" r="textAreaRight" b="textAreaBottom"/>
                <a:pathLst>
                  <a:path w="3270" h="1368">
                    <a:moveTo>
                      <a:pt x="3170" y="0"/>
                    </a:moveTo>
                    <a:lnTo>
                      <a:pt x="1" y="967"/>
                    </a:lnTo>
                    <a:lnTo>
                      <a:pt x="101" y="1368"/>
                    </a:lnTo>
                    <a:lnTo>
                      <a:pt x="3270" y="400"/>
                    </a:lnTo>
                    <a:lnTo>
                      <a:pt x="3170" y="0"/>
                    </a:lnTo>
                    <a:close/>
                  </a:path>
                </a:pathLst>
              </a:custGeom>
              <a:solidFill>
                <a:srgbClr val="de4c36"/>
              </a:solidFill>
              <a:ln w="0">
                <a:noFill/>
              </a:ln>
            </p:spPr>
            <p:style>
              <a:lnRef idx="0"/>
              <a:fillRef idx="0"/>
              <a:effectRef idx="0"/>
              <a:fontRef idx="minor"/>
            </p:style>
            <p:txBody>
              <a:bodyPr lIns="90000" rIns="90000" tIns="16560" bIns="16560" anchor="t">
                <a:noAutofit/>
              </a:bodyPr>
              <a:p>
                <a:pPr>
                  <a:lnSpc>
                    <a:spcPct val="100000"/>
                  </a:lnSpc>
                </a:pPr>
                <a:endParaRPr b="0" lang="en-US" sz="1800" spc="-1" strike="noStrike">
                  <a:solidFill>
                    <a:srgbClr val="ffffff"/>
                  </a:solidFill>
                  <a:latin typeface="Arial"/>
                  <a:ea typeface="DejaVu Sans"/>
                </a:endParaRPr>
              </a:p>
            </p:txBody>
          </p:sp>
          <p:sp>
            <p:nvSpPr>
              <p:cNvPr id="268" name="CustomShape 8"/>
              <p:cNvSpPr/>
              <p:nvPr/>
            </p:nvSpPr>
            <p:spPr>
              <a:xfrm>
                <a:off x="6152400" y="1816200"/>
                <a:ext cx="1744920" cy="1575360"/>
              </a:xfrm>
              <a:custGeom>
                <a:avLst/>
                <a:gdLst>
                  <a:gd name="textAreaLeft" fmla="*/ 0 w 1744920"/>
                  <a:gd name="textAreaRight" fmla="*/ 1746000 w 1744920"/>
                  <a:gd name="textAreaTop" fmla="*/ 0 h 1575360"/>
                  <a:gd name="textAreaBottom" fmla="*/ 1576440 h 1575360"/>
                </a:gdLst>
                <a:ahLst/>
                <a:rect l="textAreaLeft" t="textAreaTop" r="textAreaRight" b="textAreaBottom"/>
                <a:pathLst>
                  <a:path w="37427" h="33792">
                    <a:moveTo>
                      <a:pt x="29922" y="1"/>
                    </a:moveTo>
                    <a:lnTo>
                      <a:pt x="0" y="9107"/>
                    </a:lnTo>
                    <a:lnTo>
                      <a:pt x="7506" y="33791"/>
                    </a:lnTo>
                    <a:lnTo>
                      <a:pt x="37427" y="24652"/>
                    </a:lnTo>
                    <a:lnTo>
                      <a:pt x="29922" y="1"/>
                    </a:lnTo>
                    <a:close/>
                  </a:path>
                </a:pathLst>
              </a:custGeom>
              <a:solidFill>
                <a:srgbClr val="de4c36">
                  <a:alpha val="51000"/>
                </a:srgbClr>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269" name="CustomShape 9"/>
              <p:cNvSpPr/>
              <p:nvPr/>
            </p:nvSpPr>
            <p:spPr>
              <a:xfrm>
                <a:off x="7549920" y="1657440"/>
                <a:ext cx="870840" cy="1308600"/>
              </a:xfrm>
              <a:custGeom>
                <a:avLst/>
                <a:gdLst>
                  <a:gd name="textAreaLeft" fmla="*/ 0 w 870840"/>
                  <a:gd name="textAreaRight" fmla="*/ 871920 w 870840"/>
                  <a:gd name="textAreaTop" fmla="*/ 0 h 1308600"/>
                  <a:gd name="textAreaBottom" fmla="*/ 1309680 h 1308600"/>
                </a:gdLst>
                <a:ahLst/>
                <a:rect l="textAreaLeft" t="textAreaTop" r="textAreaRight" b="textAreaBottom"/>
                <a:pathLst>
                  <a:path w="18714" h="28087">
                    <a:moveTo>
                      <a:pt x="11175" y="0"/>
                    </a:moveTo>
                    <a:lnTo>
                      <a:pt x="1" y="3403"/>
                    </a:lnTo>
                    <a:lnTo>
                      <a:pt x="7506" y="28087"/>
                    </a:lnTo>
                    <a:lnTo>
                      <a:pt x="18714" y="24651"/>
                    </a:lnTo>
                    <a:lnTo>
                      <a:pt x="11175" y="0"/>
                    </a:lnTo>
                    <a:close/>
                  </a:path>
                </a:pathLst>
              </a:custGeom>
              <a:solidFill>
                <a:srgbClr val="80ed99"/>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70" name="CustomShape 10"/>
              <p:cNvSpPr/>
              <p:nvPr/>
            </p:nvSpPr>
            <p:spPr>
              <a:xfrm>
                <a:off x="7549920" y="1657440"/>
                <a:ext cx="870840" cy="1308600"/>
              </a:xfrm>
              <a:custGeom>
                <a:avLst/>
                <a:gdLst>
                  <a:gd name="textAreaLeft" fmla="*/ 0 w 870840"/>
                  <a:gd name="textAreaRight" fmla="*/ 871920 w 870840"/>
                  <a:gd name="textAreaTop" fmla="*/ 0 h 1308600"/>
                  <a:gd name="textAreaBottom" fmla="*/ 1309680 h 1308600"/>
                </a:gdLst>
                <a:ahLst/>
                <a:rect l="textAreaLeft" t="textAreaTop" r="textAreaRight" b="textAreaBottom"/>
                <a:pathLst>
                  <a:path w="18714" h="28087">
                    <a:moveTo>
                      <a:pt x="11175" y="0"/>
                    </a:moveTo>
                    <a:lnTo>
                      <a:pt x="1" y="3403"/>
                    </a:lnTo>
                    <a:lnTo>
                      <a:pt x="7506" y="28087"/>
                    </a:lnTo>
                    <a:lnTo>
                      <a:pt x="18714" y="24651"/>
                    </a:lnTo>
                    <a:lnTo>
                      <a:pt x="11175" y="0"/>
                    </a:lnTo>
                    <a:close/>
                  </a:path>
                </a:pathLst>
              </a:custGeom>
              <a:solidFill>
                <a:srgbClr val="de4c36"/>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271" name="CustomShape 11"/>
              <p:cNvSpPr/>
              <p:nvPr/>
            </p:nvSpPr>
            <p:spPr>
              <a:xfrm>
                <a:off x="7395480" y="2279160"/>
                <a:ext cx="750960" cy="554760"/>
              </a:xfrm>
              <a:custGeom>
                <a:avLst/>
                <a:gdLst>
                  <a:gd name="textAreaLeft" fmla="*/ 0 w 750960"/>
                  <a:gd name="textAreaRight" fmla="*/ 752040 w 750960"/>
                  <a:gd name="textAreaTop" fmla="*/ 0 h 554760"/>
                  <a:gd name="textAreaBottom" fmla="*/ 555840 h 554760"/>
                </a:gdLst>
                <a:ahLst/>
                <a:rect l="textAreaLeft" t="textAreaTop" r="textAreaRight" b="textAreaBottom"/>
                <a:pathLst>
                  <a:path w="16146" h="11943">
                    <a:moveTo>
                      <a:pt x="13810" y="1"/>
                    </a:moveTo>
                    <a:lnTo>
                      <a:pt x="0" y="4170"/>
                    </a:lnTo>
                    <a:lnTo>
                      <a:pt x="2335" y="11943"/>
                    </a:lnTo>
                    <a:lnTo>
                      <a:pt x="16145" y="7773"/>
                    </a:lnTo>
                    <a:lnTo>
                      <a:pt x="13810" y="1"/>
                    </a:lnTo>
                    <a:close/>
                  </a:path>
                </a:pathLst>
              </a:custGeom>
              <a:solidFill>
                <a:srgbClr val="1a2327">
                  <a:alpha val="13000"/>
                </a:srgbClr>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272" name="CustomShape 12"/>
              <p:cNvSpPr/>
              <p:nvPr/>
            </p:nvSpPr>
            <p:spPr>
              <a:xfrm>
                <a:off x="6354720" y="2275920"/>
                <a:ext cx="313200" cy="313200"/>
              </a:xfrm>
              <a:custGeom>
                <a:avLst/>
                <a:gdLst>
                  <a:gd name="textAreaLeft" fmla="*/ 0 w 313200"/>
                  <a:gd name="textAreaRight" fmla="*/ 314280 w 313200"/>
                  <a:gd name="textAreaTop" fmla="*/ 0 h 313200"/>
                  <a:gd name="textAreaBottom" fmla="*/ 314280 h 313200"/>
                </a:gdLst>
                <a:ahLst/>
                <a:rect l="textAreaLeft" t="textAreaTop" r="textAreaRight" b="textAreaBottom"/>
                <a:pathLst>
                  <a:path w="6773" h="6773">
                    <a:moveTo>
                      <a:pt x="5204" y="1"/>
                    </a:moveTo>
                    <a:lnTo>
                      <a:pt x="1" y="1602"/>
                    </a:lnTo>
                    <a:lnTo>
                      <a:pt x="1602" y="6772"/>
                    </a:lnTo>
                    <a:lnTo>
                      <a:pt x="6772" y="5205"/>
                    </a:lnTo>
                    <a:lnTo>
                      <a:pt x="5204" y="1"/>
                    </a:lnTo>
                    <a:close/>
                  </a:path>
                </a:pathLst>
              </a:custGeom>
              <a:solidFill>
                <a:srgbClr val="1a2327">
                  <a:alpha val="13000"/>
                </a:srgbClr>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273" name="CustomShape 13"/>
              <p:cNvSpPr/>
              <p:nvPr/>
            </p:nvSpPr>
            <p:spPr>
              <a:xfrm>
                <a:off x="6652440" y="2185560"/>
                <a:ext cx="311760" cy="313200"/>
              </a:xfrm>
              <a:custGeom>
                <a:avLst/>
                <a:gdLst>
                  <a:gd name="textAreaLeft" fmla="*/ 0 w 311760"/>
                  <a:gd name="textAreaRight" fmla="*/ 312840 w 311760"/>
                  <a:gd name="textAreaTop" fmla="*/ 0 h 313200"/>
                  <a:gd name="textAreaBottom" fmla="*/ 314280 h 313200"/>
                </a:gdLst>
                <a:ahLst/>
                <a:rect l="textAreaLeft" t="textAreaTop" r="textAreaRight" b="textAreaBottom"/>
                <a:pathLst>
                  <a:path w="6740" h="6772">
                    <a:moveTo>
                      <a:pt x="5171" y="0"/>
                    </a:moveTo>
                    <a:lnTo>
                      <a:pt x="1" y="1601"/>
                    </a:lnTo>
                    <a:lnTo>
                      <a:pt x="1569" y="6772"/>
                    </a:lnTo>
                    <a:lnTo>
                      <a:pt x="6739" y="5204"/>
                    </a:lnTo>
                    <a:lnTo>
                      <a:pt x="5171" y="0"/>
                    </a:lnTo>
                    <a:close/>
                  </a:path>
                </a:pathLst>
              </a:custGeom>
              <a:solidFill>
                <a:srgbClr val="1a2327">
                  <a:alpha val="13000"/>
                </a:srgbClr>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274" name="CustomShape 14"/>
              <p:cNvSpPr/>
              <p:nvPr/>
            </p:nvSpPr>
            <p:spPr>
              <a:xfrm>
                <a:off x="6644520" y="612720"/>
                <a:ext cx="428400" cy="630360"/>
              </a:xfrm>
              <a:custGeom>
                <a:avLst/>
                <a:gdLst>
                  <a:gd name="textAreaLeft" fmla="*/ 0 w 428400"/>
                  <a:gd name="textAreaRight" fmla="*/ 429480 w 428400"/>
                  <a:gd name="textAreaTop" fmla="*/ 0 h 630360"/>
                  <a:gd name="textAreaBottom" fmla="*/ 631440 h 630360"/>
                </a:gdLst>
                <a:ahLst/>
                <a:rect l="textAreaLeft" t="textAreaTop" r="textAreaRight" b="textAreaBottom"/>
                <a:pathLst>
                  <a:path w="9241" h="13566">
                    <a:moveTo>
                      <a:pt x="4145" y="1"/>
                    </a:moveTo>
                    <a:cubicBezTo>
                      <a:pt x="3944" y="1"/>
                      <a:pt x="3740" y="17"/>
                      <a:pt x="3536" y="49"/>
                    </a:cubicBezTo>
                    <a:cubicBezTo>
                      <a:pt x="1434" y="383"/>
                      <a:pt x="0" y="2384"/>
                      <a:pt x="334" y="4486"/>
                    </a:cubicBezTo>
                    <a:lnTo>
                      <a:pt x="1268" y="10323"/>
                    </a:lnTo>
                    <a:cubicBezTo>
                      <a:pt x="1571" y="12234"/>
                      <a:pt x="3226" y="13566"/>
                      <a:pt x="5129" y="13566"/>
                    </a:cubicBezTo>
                    <a:cubicBezTo>
                      <a:pt x="5318" y="13566"/>
                      <a:pt x="5511" y="13553"/>
                      <a:pt x="5704" y="13525"/>
                    </a:cubicBezTo>
                    <a:cubicBezTo>
                      <a:pt x="7806" y="13159"/>
                      <a:pt x="9240" y="11190"/>
                      <a:pt x="8906" y="9089"/>
                    </a:cubicBezTo>
                    <a:lnTo>
                      <a:pt x="7972" y="3251"/>
                    </a:lnTo>
                    <a:cubicBezTo>
                      <a:pt x="7671" y="1354"/>
                      <a:pt x="6011" y="1"/>
                      <a:pt x="4145" y="1"/>
                    </a:cubicBezTo>
                    <a:close/>
                  </a:path>
                </a:pathLst>
              </a:custGeom>
              <a:solidFill>
                <a:srgbClr val="de4c36">
                  <a:alpha val="51000"/>
                </a:srgbClr>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275" name="CustomShape 15"/>
              <p:cNvSpPr/>
              <p:nvPr/>
            </p:nvSpPr>
            <p:spPr>
              <a:xfrm>
                <a:off x="6734880" y="806400"/>
                <a:ext cx="271440" cy="227880"/>
              </a:xfrm>
              <a:custGeom>
                <a:avLst/>
                <a:gdLst>
                  <a:gd name="textAreaLeft" fmla="*/ 0 w 271440"/>
                  <a:gd name="textAreaRight" fmla="*/ 272520 w 271440"/>
                  <a:gd name="textAreaTop" fmla="*/ 0 h 227880"/>
                  <a:gd name="textAreaBottom" fmla="*/ 228960 h 227880"/>
                </a:gdLst>
                <a:ahLst/>
                <a:rect l="textAreaLeft" t="textAreaTop" r="textAreaRight" b="textAreaBottom"/>
                <a:pathLst>
                  <a:path w="5884" h="4946">
                    <a:moveTo>
                      <a:pt x="2699" y="1"/>
                    </a:moveTo>
                    <a:cubicBezTo>
                      <a:pt x="2559" y="1"/>
                      <a:pt x="2416" y="13"/>
                      <a:pt x="2269" y="37"/>
                    </a:cubicBezTo>
                    <a:cubicBezTo>
                      <a:pt x="901" y="238"/>
                      <a:pt x="1" y="1539"/>
                      <a:pt x="201" y="2873"/>
                    </a:cubicBezTo>
                    <a:cubicBezTo>
                      <a:pt x="423" y="4183"/>
                      <a:pt x="1534" y="4946"/>
                      <a:pt x="2666" y="4946"/>
                    </a:cubicBezTo>
                    <a:cubicBezTo>
                      <a:pt x="3407" y="4946"/>
                      <a:pt x="4156" y="4619"/>
                      <a:pt x="4671" y="3907"/>
                    </a:cubicBezTo>
                    <a:cubicBezTo>
                      <a:pt x="5884" y="2258"/>
                      <a:pt x="4632" y="1"/>
                      <a:pt x="2699" y="1"/>
                    </a:cubicBezTo>
                    <a:close/>
                  </a:path>
                </a:pathLst>
              </a:custGeom>
              <a:solidFill>
                <a:srgbClr val="de4c36"/>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276" name="CustomShape 16"/>
              <p:cNvSpPr/>
              <p:nvPr/>
            </p:nvSpPr>
            <p:spPr>
              <a:xfrm>
                <a:off x="6778440" y="847440"/>
                <a:ext cx="174960" cy="147600"/>
              </a:xfrm>
              <a:custGeom>
                <a:avLst/>
                <a:gdLst>
                  <a:gd name="textAreaLeft" fmla="*/ 0 w 174960"/>
                  <a:gd name="textAreaRight" fmla="*/ 176040 w 174960"/>
                  <a:gd name="textAreaTop" fmla="*/ 0 h 147600"/>
                  <a:gd name="textAreaBottom" fmla="*/ 148680 h 147600"/>
                </a:gdLst>
                <a:ahLst/>
                <a:rect l="textAreaLeft" t="textAreaTop" r="textAreaRight" b="textAreaBottom"/>
                <a:pathLst>
                  <a:path w="3815" h="3230">
                    <a:moveTo>
                      <a:pt x="1748" y="1"/>
                    </a:moveTo>
                    <a:cubicBezTo>
                      <a:pt x="1657" y="1"/>
                      <a:pt x="1564" y="8"/>
                      <a:pt x="1469" y="24"/>
                    </a:cubicBezTo>
                    <a:cubicBezTo>
                      <a:pt x="601" y="157"/>
                      <a:pt x="1" y="991"/>
                      <a:pt x="134" y="1858"/>
                    </a:cubicBezTo>
                    <a:cubicBezTo>
                      <a:pt x="276" y="2728"/>
                      <a:pt x="994" y="3230"/>
                      <a:pt x="1731" y="3230"/>
                    </a:cubicBezTo>
                    <a:cubicBezTo>
                      <a:pt x="2209" y="3230"/>
                      <a:pt x="2695" y="3018"/>
                      <a:pt x="3036" y="2559"/>
                    </a:cubicBezTo>
                    <a:cubicBezTo>
                      <a:pt x="3815" y="1469"/>
                      <a:pt x="3023" y="1"/>
                      <a:pt x="1748" y="1"/>
                    </a:cubicBezTo>
                    <a:close/>
                  </a:path>
                </a:pathLst>
              </a:custGeom>
              <a:solidFill>
                <a:schemeClr val="dk1"/>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277" name="CustomShape 17"/>
              <p:cNvSpPr/>
              <p:nvPr/>
            </p:nvSpPr>
            <p:spPr>
              <a:xfrm>
                <a:off x="6855480" y="870840"/>
                <a:ext cx="47160" cy="42840"/>
              </a:xfrm>
              <a:custGeom>
                <a:avLst/>
                <a:gdLst>
                  <a:gd name="textAreaLeft" fmla="*/ 0 w 47160"/>
                  <a:gd name="textAreaRight" fmla="*/ 48240 w 47160"/>
                  <a:gd name="textAreaTop" fmla="*/ 0 h 42840"/>
                  <a:gd name="textAreaBottom" fmla="*/ 43920 h 42840"/>
                </a:gdLst>
                <a:ahLst/>
                <a:rect l="textAreaLeft" t="textAreaTop" r="textAreaRight" b="textAreaBottom"/>
                <a:pathLst>
                  <a:path w="1080" h="990">
                    <a:moveTo>
                      <a:pt x="548" y="1"/>
                    </a:moveTo>
                    <a:cubicBezTo>
                      <a:pt x="276" y="1"/>
                      <a:pt x="0" y="209"/>
                      <a:pt x="56" y="562"/>
                    </a:cubicBezTo>
                    <a:cubicBezTo>
                      <a:pt x="100" y="857"/>
                      <a:pt x="315" y="989"/>
                      <a:pt x="532" y="989"/>
                    </a:cubicBezTo>
                    <a:cubicBezTo>
                      <a:pt x="804" y="989"/>
                      <a:pt x="1079" y="781"/>
                      <a:pt x="1023" y="428"/>
                    </a:cubicBezTo>
                    <a:cubicBezTo>
                      <a:pt x="979" y="133"/>
                      <a:pt x="764" y="1"/>
                      <a:pt x="548" y="1"/>
                    </a:cubicBezTo>
                    <a:close/>
                  </a:path>
                </a:pathLst>
              </a:custGeom>
              <a:solidFill>
                <a:srgbClr val="ffffff"/>
              </a:solidFill>
              <a:ln w="0">
                <a:noFill/>
              </a:ln>
            </p:spPr>
            <p:style>
              <a:lnRef idx="0"/>
              <a:fillRef idx="0"/>
              <a:effectRef idx="0"/>
              <a:fontRef idx="minor"/>
            </p:style>
            <p:txBody>
              <a:bodyPr lIns="90000" rIns="90000" tIns="-1080" bIns="-1080" anchor="t">
                <a:noAutofit/>
              </a:bodyPr>
              <a:p>
                <a:pPr>
                  <a:lnSpc>
                    <a:spcPct val="100000"/>
                  </a:lnSpc>
                </a:pPr>
                <a:endParaRPr b="0" lang="en-US" sz="1800" spc="-1" strike="noStrike">
                  <a:solidFill>
                    <a:srgbClr val="000000"/>
                  </a:solidFill>
                  <a:latin typeface="Arial"/>
                  <a:ea typeface="DejaVu Sans"/>
                </a:endParaRPr>
              </a:p>
            </p:txBody>
          </p:sp>
          <p:sp>
            <p:nvSpPr>
              <p:cNvPr id="278" name="CustomShape 18"/>
              <p:cNvSpPr/>
              <p:nvPr/>
            </p:nvSpPr>
            <p:spPr>
              <a:xfrm>
                <a:off x="6819840" y="947520"/>
                <a:ext cx="22680" cy="19800"/>
              </a:xfrm>
              <a:custGeom>
                <a:avLst/>
                <a:gdLst>
                  <a:gd name="textAreaLeft" fmla="*/ 0 w 22680"/>
                  <a:gd name="textAreaRight" fmla="*/ 23760 w 22680"/>
                  <a:gd name="textAreaTop" fmla="*/ 0 h 19800"/>
                  <a:gd name="textAreaBottom" fmla="*/ 20880 h 19800"/>
                </a:gdLst>
                <a:ahLst/>
                <a:rect l="textAreaLeft" t="textAreaTop" r="textAreaRight" b="textAreaBottom"/>
                <a:pathLst>
                  <a:path w="553" h="494">
                    <a:moveTo>
                      <a:pt x="281" y="0"/>
                    </a:moveTo>
                    <a:cubicBezTo>
                      <a:pt x="143" y="0"/>
                      <a:pt x="0" y="103"/>
                      <a:pt x="18" y="286"/>
                    </a:cubicBezTo>
                    <a:cubicBezTo>
                      <a:pt x="47" y="402"/>
                      <a:pt x="152" y="493"/>
                      <a:pt x="266" y="493"/>
                    </a:cubicBezTo>
                    <a:cubicBezTo>
                      <a:pt x="284" y="493"/>
                      <a:pt x="301" y="491"/>
                      <a:pt x="319" y="487"/>
                    </a:cubicBezTo>
                    <a:cubicBezTo>
                      <a:pt x="452" y="487"/>
                      <a:pt x="552" y="353"/>
                      <a:pt x="519" y="220"/>
                    </a:cubicBezTo>
                    <a:cubicBezTo>
                      <a:pt x="504" y="69"/>
                      <a:pt x="394" y="0"/>
                      <a:pt x="281" y="0"/>
                    </a:cubicBezTo>
                    <a:close/>
                  </a:path>
                </a:pathLst>
              </a:custGeom>
              <a:solidFill>
                <a:srgbClr val="ffffff"/>
              </a:solidFill>
              <a:ln w="0">
                <a:noFill/>
              </a:ln>
            </p:spPr>
            <p:style>
              <a:lnRef idx="0"/>
              <a:fillRef idx="0"/>
              <a:effectRef idx="0"/>
              <a:fontRef idx="minor"/>
            </p:style>
            <p:txBody>
              <a:bodyPr lIns="90000" rIns="90000" tIns="-24120" bIns="-24120" anchor="t">
                <a:noAutofit/>
              </a:bodyPr>
              <a:p>
                <a:pPr>
                  <a:lnSpc>
                    <a:spcPct val="100000"/>
                  </a:lnSpc>
                </a:pPr>
                <a:endParaRPr b="0" lang="en-US" sz="1800" spc="-1" strike="noStrike">
                  <a:solidFill>
                    <a:srgbClr val="000000"/>
                  </a:solidFill>
                  <a:latin typeface="Arial"/>
                  <a:ea typeface="DejaVu Sans"/>
                </a:endParaRPr>
              </a:p>
            </p:txBody>
          </p:sp>
          <p:sp>
            <p:nvSpPr>
              <p:cNvPr id="279" name="CustomShape 19"/>
              <p:cNvSpPr/>
              <p:nvPr/>
            </p:nvSpPr>
            <p:spPr>
              <a:xfrm>
                <a:off x="7351920" y="784800"/>
                <a:ext cx="428400" cy="116640"/>
              </a:xfrm>
              <a:custGeom>
                <a:avLst/>
                <a:gdLst>
                  <a:gd name="textAreaLeft" fmla="*/ 0 w 428400"/>
                  <a:gd name="textAreaRight" fmla="*/ 429480 w 428400"/>
                  <a:gd name="textAreaTop" fmla="*/ 0 h 116640"/>
                  <a:gd name="textAreaBottom" fmla="*/ 117720 h 116640"/>
                </a:gdLst>
                <a:ahLst/>
                <a:rect l="textAreaLeft" t="textAreaTop" r="textAreaRight" b="textAreaBottom"/>
                <a:pathLst>
                  <a:path w="10808" h="2569">
                    <a:moveTo>
                      <a:pt x="10574" y="0"/>
                    </a:moveTo>
                    <a:lnTo>
                      <a:pt x="0" y="1034"/>
                    </a:lnTo>
                    <a:lnTo>
                      <a:pt x="267" y="2569"/>
                    </a:lnTo>
                    <a:lnTo>
                      <a:pt x="10808" y="1401"/>
                    </a:lnTo>
                    <a:lnTo>
                      <a:pt x="10574" y="0"/>
                    </a:lnTo>
                    <a:close/>
                  </a:path>
                </a:pathLst>
              </a:custGeom>
              <a:solidFill>
                <a:schemeClr val="dk1"/>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280" name="CustomShape 20"/>
              <p:cNvSpPr/>
              <p:nvPr/>
            </p:nvSpPr>
            <p:spPr>
              <a:xfrm>
                <a:off x="7754040" y="671760"/>
                <a:ext cx="194760" cy="285480"/>
              </a:xfrm>
              <a:custGeom>
                <a:avLst/>
                <a:gdLst>
                  <a:gd name="textAreaLeft" fmla="*/ 0 w 194760"/>
                  <a:gd name="textAreaRight" fmla="*/ 195840 w 194760"/>
                  <a:gd name="textAreaTop" fmla="*/ 0 h 285480"/>
                  <a:gd name="textAreaBottom" fmla="*/ 286560 h 285480"/>
                </a:gdLst>
                <a:ahLst/>
                <a:rect l="textAreaLeft" t="textAreaTop" r="textAreaRight" b="textAreaBottom"/>
                <a:pathLst>
                  <a:path w="4237" h="6182">
                    <a:moveTo>
                      <a:pt x="1892" y="1"/>
                    </a:moveTo>
                    <a:cubicBezTo>
                      <a:pt x="1807" y="1"/>
                      <a:pt x="1721" y="6"/>
                      <a:pt x="1635" y="18"/>
                    </a:cubicBezTo>
                    <a:cubicBezTo>
                      <a:pt x="668" y="185"/>
                      <a:pt x="0" y="1086"/>
                      <a:pt x="167" y="2053"/>
                    </a:cubicBezTo>
                    <a:lnTo>
                      <a:pt x="567" y="4722"/>
                    </a:lnTo>
                    <a:cubicBezTo>
                      <a:pt x="717" y="5559"/>
                      <a:pt x="1456" y="6182"/>
                      <a:pt x="2304" y="6182"/>
                    </a:cubicBezTo>
                    <a:cubicBezTo>
                      <a:pt x="2402" y="6182"/>
                      <a:pt x="2502" y="6173"/>
                      <a:pt x="2602" y="6156"/>
                    </a:cubicBezTo>
                    <a:cubicBezTo>
                      <a:pt x="3570" y="6023"/>
                      <a:pt x="4237" y="5122"/>
                      <a:pt x="4070" y="4155"/>
                    </a:cubicBezTo>
                    <a:lnTo>
                      <a:pt x="3670" y="1486"/>
                    </a:lnTo>
                    <a:cubicBezTo>
                      <a:pt x="3518" y="605"/>
                      <a:pt x="2757" y="1"/>
                      <a:pt x="1892" y="1"/>
                    </a:cubicBezTo>
                    <a:close/>
                  </a:path>
                </a:pathLst>
              </a:custGeom>
              <a:solidFill>
                <a:srgbClr val="de4c36">
                  <a:alpha val="51000"/>
                </a:srgbClr>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281" name="CustomShape 21"/>
              <p:cNvSpPr/>
              <p:nvPr/>
            </p:nvSpPr>
            <p:spPr>
              <a:xfrm>
                <a:off x="7017120" y="767520"/>
                <a:ext cx="388080" cy="238320"/>
              </a:xfrm>
              <a:custGeom>
                <a:avLst/>
                <a:gdLst>
                  <a:gd name="textAreaLeft" fmla="*/ 0 w 388080"/>
                  <a:gd name="textAreaRight" fmla="*/ 389160 w 388080"/>
                  <a:gd name="textAreaTop" fmla="*/ 0 h 238320"/>
                  <a:gd name="textAreaBottom" fmla="*/ 239400 h 238320"/>
                </a:gdLst>
                <a:ahLst/>
                <a:rect l="textAreaLeft" t="textAreaTop" r="textAreaRight" b="textAreaBottom"/>
                <a:pathLst>
                  <a:path w="8374" h="5171">
                    <a:moveTo>
                      <a:pt x="0" y="0"/>
                    </a:moveTo>
                    <a:lnTo>
                      <a:pt x="834" y="5171"/>
                    </a:lnTo>
                    <a:lnTo>
                      <a:pt x="7606" y="4070"/>
                    </a:lnTo>
                    <a:cubicBezTo>
                      <a:pt x="8073" y="4003"/>
                      <a:pt x="8373" y="3569"/>
                      <a:pt x="8306" y="3136"/>
                    </a:cubicBezTo>
                    <a:lnTo>
                      <a:pt x="8006" y="1134"/>
                    </a:lnTo>
                    <a:cubicBezTo>
                      <a:pt x="7939" y="734"/>
                      <a:pt x="7606" y="467"/>
                      <a:pt x="7206" y="434"/>
                    </a:cubicBezTo>
                    <a:lnTo>
                      <a:pt x="0" y="0"/>
                    </a:lnTo>
                    <a:close/>
                  </a:path>
                </a:pathLst>
              </a:custGeom>
              <a:solidFill>
                <a:srgbClr val="de4c36"/>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282" name="CustomShape 22"/>
              <p:cNvSpPr/>
              <p:nvPr/>
            </p:nvSpPr>
            <p:spPr>
              <a:xfrm>
                <a:off x="7788240" y="585000"/>
                <a:ext cx="68760" cy="58320"/>
              </a:xfrm>
              <a:custGeom>
                <a:avLst/>
                <a:gdLst>
                  <a:gd name="textAreaLeft" fmla="*/ 0 w 68760"/>
                  <a:gd name="textAreaRight" fmla="*/ 69840 w 68760"/>
                  <a:gd name="textAreaTop" fmla="*/ 0 h 58320"/>
                  <a:gd name="textAreaBottom" fmla="*/ 59400 h 58320"/>
                </a:gdLst>
                <a:ahLst/>
                <a:rect l="textAreaLeft" t="textAreaTop" r="textAreaRight" b="textAreaBottom"/>
                <a:pathLst>
                  <a:path w="1545" h="1315">
                    <a:moveTo>
                      <a:pt x="719" y="1"/>
                    </a:moveTo>
                    <a:cubicBezTo>
                      <a:pt x="681" y="1"/>
                      <a:pt x="641" y="4"/>
                      <a:pt x="601" y="11"/>
                    </a:cubicBezTo>
                    <a:cubicBezTo>
                      <a:pt x="234" y="45"/>
                      <a:pt x="0" y="378"/>
                      <a:pt x="67" y="745"/>
                    </a:cubicBezTo>
                    <a:cubicBezTo>
                      <a:pt x="107" y="1110"/>
                      <a:pt x="406" y="1315"/>
                      <a:pt x="709" y="1315"/>
                    </a:cubicBezTo>
                    <a:cubicBezTo>
                      <a:pt x="906" y="1315"/>
                      <a:pt x="1103" y="1229"/>
                      <a:pt x="1234" y="1045"/>
                    </a:cubicBezTo>
                    <a:cubicBezTo>
                      <a:pt x="1544" y="581"/>
                      <a:pt x="1221" y="1"/>
                      <a:pt x="719" y="1"/>
                    </a:cubicBezTo>
                    <a:close/>
                  </a:path>
                </a:pathLst>
              </a:custGeom>
              <a:solidFill>
                <a:srgbClr val="de4c36">
                  <a:alpha val="51000"/>
                </a:srgbClr>
              </a:solidFill>
              <a:ln w="0">
                <a:noFill/>
              </a:ln>
            </p:spPr>
            <p:style>
              <a:lnRef idx="0"/>
              <a:fillRef idx="0"/>
              <a:effectRef idx="0"/>
              <a:fontRef idx="minor"/>
            </p:style>
            <p:txBody>
              <a:bodyPr lIns="90000" rIns="90000" tIns="14400" bIns="14400" anchor="t">
                <a:noAutofit/>
              </a:bodyPr>
              <a:p>
                <a:pPr>
                  <a:lnSpc>
                    <a:spcPct val="100000"/>
                  </a:lnSpc>
                </a:pPr>
                <a:endParaRPr b="0" lang="en-US" sz="1800" spc="-1" strike="noStrike">
                  <a:solidFill>
                    <a:srgbClr val="ffffff"/>
                  </a:solidFill>
                  <a:latin typeface="Arial"/>
                  <a:ea typeface="DejaVu Sans"/>
                </a:endParaRPr>
              </a:p>
            </p:txBody>
          </p:sp>
          <p:sp>
            <p:nvSpPr>
              <p:cNvPr id="283" name="CustomShape 23"/>
              <p:cNvSpPr/>
              <p:nvPr/>
            </p:nvSpPr>
            <p:spPr>
              <a:xfrm>
                <a:off x="7873920" y="540000"/>
                <a:ext cx="292680" cy="82800"/>
              </a:xfrm>
              <a:custGeom>
                <a:avLst/>
                <a:gdLst>
                  <a:gd name="textAreaLeft" fmla="*/ 0 w 292680"/>
                  <a:gd name="textAreaRight" fmla="*/ 293760 w 292680"/>
                  <a:gd name="textAreaTop" fmla="*/ 0 h 82800"/>
                  <a:gd name="textAreaBottom" fmla="*/ 83880 h 82800"/>
                </a:gdLst>
                <a:ahLst/>
                <a:rect l="textAreaLeft" t="textAreaTop" r="textAreaRight" b="textAreaBottom"/>
                <a:pathLst>
                  <a:path w="6339" h="1844">
                    <a:moveTo>
                      <a:pt x="5805" y="1"/>
                    </a:moveTo>
                    <a:cubicBezTo>
                      <a:pt x="5783" y="1"/>
                      <a:pt x="5761" y="2"/>
                      <a:pt x="5738" y="5"/>
                    </a:cubicBezTo>
                    <a:lnTo>
                      <a:pt x="468" y="839"/>
                    </a:lnTo>
                    <a:cubicBezTo>
                      <a:pt x="168" y="906"/>
                      <a:pt x="1" y="1139"/>
                      <a:pt x="34" y="1439"/>
                    </a:cubicBezTo>
                    <a:cubicBezTo>
                      <a:pt x="95" y="1683"/>
                      <a:pt x="296" y="1844"/>
                      <a:pt x="534" y="1844"/>
                    </a:cubicBezTo>
                    <a:cubicBezTo>
                      <a:pt x="556" y="1844"/>
                      <a:pt x="579" y="1842"/>
                      <a:pt x="601" y="1840"/>
                    </a:cubicBezTo>
                    <a:lnTo>
                      <a:pt x="5872" y="1006"/>
                    </a:lnTo>
                    <a:cubicBezTo>
                      <a:pt x="6139" y="972"/>
                      <a:pt x="6339" y="705"/>
                      <a:pt x="6305" y="439"/>
                    </a:cubicBezTo>
                    <a:cubicBezTo>
                      <a:pt x="6244" y="164"/>
                      <a:pt x="6043" y="1"/>
                      <a:pt x="5805" y="1"/>
                    </a:cubicBezTo>
                    <a:close/>
                  </a:path>
                </a:pathLst>
              </a:custGeom>
              <a:solidFill>
                <a:srgbClr val="de4c36">
                  <a:alpha val="51000"/>
                </a:srgbClr>
              </a:solidFill>
              <a:ln w="0">
                <a:noFill/>
              </a:ln>
            </p:spPr>
            <p:style>
              <a:lnRef idx="0"/>
              <a:fillRef idx="0"/>
              <a:effectRef idx="0"/>
              <a:fontRef idx="minor"/>
            </p:style>
            <p:txBody>
              <a:bodyPr lIns="90000" rIns="90000" tIns="38880" bIns="38880" anchor="t">
                <a:noAutofit/>
              </a:bodyPr>
              <a:p>
                <a:pPr>
                  <a:lnSpc>
                    <a:spcPct val="100000"/>
                  </a:lnSpc>
                </a:pPr>
                <a:endParaRPr b="0" lang="en-US" sz="1800" spc="-1" strike="noStrike">
                  <a:solidFill>
                    <a:srgbClr val="ffffff"/>
                  </a:solidFill>
                  <a:latin typeface="Arial"/>
                  <a:ea typeface="DejaVu Sans"/>
                </a:endParaRPr>
              </a:p>
            </p:txBody>
          </p:sp>
          <p:sp>
            <p:nvSpPr>
              <p:cNvPr id="284" name="CustomShape 24"/>
              <p:cNvSpPr/>
              <p:nvPr/>
            </p:nvSpPr>
            <p:spPr>
              <a:xfrm>
                <a:off x="7471800" y="605160"/>
                <a:ext cx="292680" cy="83160"/>
              </a:xfrm>
              <a:custGeom>
                <a:avLst/>
                <a:gdLst>
                  <a:gd name="textAreaLeft" fmla="*/ 0 w 292680"/>
                  <a:gd name="textAreaRight" fmla="*/ 293760 w 292680"/>
                  <a:gd name="textAreaTop" fmla="*/ 0 h 83160"/>
                  <a:gd name="textAreaBottom" fmla="*/ 84240 h 83160"/>
                </a:gdLst>
                <a:ahLst/>
                <a:rect l="textAreaLeft" t="textAreaTop" r="textAreaRight" b="textAreaBottom"/>
                <a:pathLst>
                  <a:path w="6339" h="1852">
                    <a:moveTo>
                      <a:pt x="5843" y="0"/>
                    </a:moveTo>
                    <a:cubicBezTo>
                      <a:pt x="5808" y="0"/>
                      <a:pt x="5773" y="4"/>
                      <a:pt x="5738" y="13"/>
                    </a:cubicBezTo>
                    <a:lnTo>
                      <a:pt x="468" y="847"/>
                    </a:lnTo>
                    <a:cubicBezTo>
                      <a:pt x="201" y="880"/>
                      <a:pt x="1" y="1147"/>
                      <a:pt x="34" y="1414"/>
                    </a:cubicBezTo>
                    <a:cubicBezTo>
                      <a:pt x="96" y="1661"/>
                      <a:pt x="301" y="1851"/>
                      <a:pt x="570" y="1851"/>
                    </a:cubicBezTo>
                    <a:cubicBezTo>
                      <a:pt x="591" y="1851"/>
                      <a:pt x="613" y="1850"/>
                      <a:pt x="635" y="1848"/>
                    </a:cubicBezTo>
                    <a:lnTo>
                      <a:pt x="5872" y="1014"/>
                    </a:lnTo>
                    <a:cubicBezTo>
                      <a:pt x="6172" y="947"/>
                      <a:pt x="6339" y="680"/>
                      <a:pt x="6305" y="413"/>
                    </a:cubicBezTo>
                    <a:cubicBezTo>
                      <a:pt x="6276" y="182"/>
                      <a:pt x="6071" y="0"/>
                      <a:pt x="5843" y="0"/>
                    </a:cubicBezTo>
                    <a:close/>
                  </a:path>
                </a:pathLst>
              </a:custGeom>
              <a:solidFill>
                <a:srgbClr val="de4c36">
                  <a:alpha val="51000"/>
                </a:srgbClr>
              </a:solidFill>
              <a:ln w="0">
                <a:noFill/>
              </a:ln>
            </p:spPr>
            <p:style>
              <a:lnRef idx="0"/>
              <a:fillRef idx="0"/>
              <a:effectRef idx="0"/>
              <a:fontRef idx="minor"/>
            </p:style>
            <p:txBody>
              <a:bodyPr lIns="90000" rIns="90000" tIns="39240" bIns="39240" anchor="t">
                <a:noAutofit/>
              </a:bodyPr>
              <a:p>
                <a:pPr>
                  <a:lnSpc>
                    <a:spcPct val="100000"/>
                  </a:lnSpc>
                </a:pPr>
                <a:endParaRPr b="0" lang="en-US" sz="1800" spc="-1" strike="noStrike">
                  <a:solidFill>
                    <a:srgbClr val="ffffff"/>
                  </a:solidFill>
                  <a:latin typeface="Arial"/>
                  <a:ea typeface="DejaVu Sans"/>
                </a:endParaRPr>
              </a:p>
            </p:txBody>
          </p:sp>
          <p:sp>
            <p:nvSpPr>
              <p:cNvPr id="285" name="CustomShape 25"/>
              <p:cNvSpPr/>
              <p:nvPr/>
            </p:nvSpPr>
            <p:spPr>
              <a:xfrm>
                <a:off x="5941800" y="990360"/>
                <a:ext cx="428400" cy="169560"/>
              </a:xfrm>
              <a:custGeom>
                <a:avLst/>
                <a:gdLst>
                  <a:gd name="textAreaLeft" fmla="*/ 0 w 428400"/>
                  <a:gd name="textAreaRight" fmla="*/ 429480 w 428400"/>
                  <a:gd name="textAreaTop" fmla="*/ 0 h 169560"/>
                  <a:gd name="textAreaBottom" fmla="*/ 170640 h 169560"/>
                </a:gdLst>
                <a:ahLst/>
                <a:rect l="textAreaLeft" t="textAreaTop" r="textAreaRight" b="textAreaBottom"/>
                <a:pathLst>
                  <a:path w="10608" h="3703">
                    <a:moveTo>
                      <a:pt x="10374" y="0"/>
                    </a:moveTo>
                    <a:lnTo>
                      <a:pt x="0" y="2302"/>
                    </a:lnTo>
                    <a:lnTo>
                      <a:pt x="234" y="3703"/>
                    </a:lnTo>
                    <a:lnTo>
                      <a:pt x="10608" y="1568"/>
                    </a:lnTo>
                    <a:lnTo>
                      <a:pt x="10374" y="0"/>
                    </a:lnTo>
                    <a:close/>
                  </a:path>
                </a:pathLst>
              </a:custGeom>
              <a:solidFill>
                <a:schemeClr val="dk1"/>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286" name="CustomShape 26"/>
              <p:cNvSpPr/>
              <p:nvPr/>
            </p:nvSpPr>
            <p:spPr>
              <a:xfrm>
                <a:off x="5783040" y="986040"/>
                <a:ext cx="192960" cy="286920"/>
              </a:xfrm>
              <a:custGeom>
                <a:avLst/>
                <a:gdLst>
                  <a:gd name="textAreaLeft" fmla="*/ 0 w 192960"/>
                  <a:gd name="textAreaRight" fmla="*/ 194040 w 192960"/>
                  <a:gd name="textAreaTop" fmla="*/ 0 h 286920"/>
                  <a:gd name="textAreaBottom" fmla="*/ 288000 h 286920"/>
                </a:gdLst>
                <a:ahLst/>
                <a:rect l="textAreaLeft" t="textAreaTop" r="textAreaRight" b="textAreaBottom"/>
                <a:pathLst>
                  <a:path w="4204" h="6215">
                    <a:moveTo>
                      <a:pt x="1899" y="1"/>
                    </a:moveTo>
                    <a:cubicBezTo>
                      <a:pt x="1801" y="1"/>
                      <a:pt x="1702" y="9"/>
                      <a:pt x="1602" y="27"/>
                    </a:cubicBezTo>
                    <a:cubicBezTo>
                      <a:pt x="634" y="193"/>
                      <a:pt x="1" y="1094"/>
                      <a:pt x="134" y="2061"/>
                    </a:cubicBezTo>
                    <a:lnTo>
                      <a:pt x="568" y="4697"/>
                    </a:lnTo>
                    <a:cubicBezTo>
                      <a:pt x="690" y="5581"/>
                      <a:pt x="1481" y="6215"/>
                      <a:pt x="2355" y="6215"/>
                    </a:cubicBezTo>
                    <a:cubicBezTo>
                      <a:pt x="2437" y="6215"/>
                      <a:pt x="2520" y="6209"/>
                      <a:pt x="2602" y="6198"/>
                    </a:cubicBezTo>
                    <a:cubicBezTo>
                      <a:pt x="3536" y="6031"/>
                      <a:pt x="4204" y="5130"/>
                      <a:pt x="4070" y="4163"/>
                    </a:cubicBezTo>
                    <a:lnTo>
                      <a:pt x="3637" y="1494"/>
                    </a:lnTo>
                    <a:cubicBezTo>
                      <a:pt x="3487" y="627"/>
                      <a:pt x="2748" y="1"/>
                      <a:pt x="1899" y="1"/>
                    </a:cubicBezTo>
                    <a:close/>
                  </a:path>
                </a:pathLst>
              </a:custGeom>
              <a:solidFill>
                <a:srgbClr val="de4c36">
                  <a:alpha val="51000"/>
                </a:srgbClr>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287" name="CustomShape 27"/>
              <p:cNvSpPr/>
              <p:nvPr/>
            </p:nvSpPr>
            <p:spPr>
              <a:xfrm>
                <a:off x="6320520" y="823680"/>
                <a:ext cx="375480" cy="290160"/>
              </a:xfrm>
              <a:custGeom>
                <a:avLst/>
                <a:gdLst>
                  <a:gd name="textAreaLeft" fmla="*/ 0 w 375480"/>
                  <a:gd name="textAreaRight" fmla="*/ 376560 w 375480"/>
                  <a:gd name="textAreaTop" fmla="*/ 0 h 290160"/>
                  <a:gd name="textAreaBottom" fmla="*/ 291240 h 290160"/>
                </a:gdLst>
                <a:ahLst/>
                <a:rect l="textAreaLeft" t="textAreaTop" r="textAreaRight" b="textAreaBottom"/>
                <a:pathLst>
                  <a:path w="8107" h="6280">
                    <a:moveTo>
                      <a:pt x="7273" y="0"/>
                    </a:moveTo>
                    <a:lnTo>
                      <a:pt x="568" y="2669"/>
                    </a:lnTo>
                    <a:cubicBezTo>
                      <a:pt x="201" y="2802"/>
                      <a:pt x="1" y="3202"/>
                      <a:pt x="68" y="3569"/>
                    </a:cubicBezTo>
                    <a:lnTo>
                      <a:pt x="368" y="5571"/>
                    </a:lnTo>
                    <a:cubicBezTo>
                      <a:pt x="429" y="5967"/>
                      <a:pt x="796" y="6280"/>
                      <a:pt x="1215" y="6280"/>
                    </a:cubicBezTo>
                    <a:cubicBezTo>
                      <a:pt x="1255" y="6280"/>
                      <a:pt x="1295" y="6277"/>
                      <a:pt x="1335" y="6271"/>
                    </a:cubicBezTo>
                    <a:lnTo>
                      <a:pt x="8107" y="5170"/>
                    </a:lnTo>
                    <a:lnTo>
                      <a:pt x="7273" y="0"/>
                    </a:lnTo>
                    <a:close/>
                  </a:path>
                </a:pathLst>
              </a:custGeom>
              <a:solidFill>
                <a:srgbClr val="de4c36"/>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288" name="CustomShape 28"/>
              <p:cNvSpPr/>
              <p:nvPr/>
            </p:nvSpPr>
            <p:spPr>
              <a:xfrm>
                <a:off x="5809320" y="898200"/>
                <a:ext cx="70560" cy="58680"/>
              </a:xfrm>
              <a:custGeom>
                <a:avLst/>
                <a:gdLst>
                  <a:gd name="textAreaLeft" fmla="*/ 0 w 70560"/>
                  <a:gd name="textAreaRight" fmla="*/ 71640 w 70560"/>
                  <a:gd name="textAreaTop" fmla="*/ 0 h 58680"/>
                  <a:gd name="textAreaBottom" fmla="*/ 59760 h 58680"/>
                </a:gdLst>
                <a:ahLst/>
                <a:rect l="textAreaLeft" t="textAreaTop" r="textAreaRight" b="textAreaBottom"/>
                <a:pathLst>
                  <a:path w="1577" h="1327">
                    <a:moveTo>
                      <a:pt x="837" y="1"/>
                    </a:moveTo>
                    <a:cubicBezTo>
                      <a:pt x="814" y="1"/>
                      <a:pt x="791" y="2"/>
                      <a:pt x="768" y="4"/>
                    </a:cubicBezTo>
                    <a:cubicBezTo>
                      <a:pt x="167" y="104"/>
                      <a:pt x="1" y="838"/>
                      <a:pt x="468" y="1205"/>
                    </a:cubicBezTo>
                    <a:cubicBezTo>
                      <a:pt x="585" y="1289"/>
                      <a:pt x="715" y="1326"/>
                      <a:pt x="843" y="1326"/>
                    </a:cubicBezTo>
                    <a:cubicBezTo>
                      <a:pt x="1222" y="1326"/>
                      <a:pt x="1577" y="996"/>
                      <a:pt x="1502" y="571"/>
                    </a:cubicBezTo>
                    <a:cubicBezTo>
                      <a:pt x="1439" y="228"/>
                      <a:pt x="1172" y="1"/>
                      <a:pt x="837" y="1"/>
                    </a:cubicBezTo>
                    <a:close/>
                  </a:path>
                </a:pathLst>
              </a:custGeom>
              <a:solidFill>
                <a:srgbClr val="de4c36">
                  <a:alpha val="51000"/>
                </a:srgbClr>
              </a:solidFill>
              <a:ln w="0">
                <a:noFill/>
              </a:ln>
            </p:spPr>
            <p:style>
              <a:lnRef idx="0"/>
              <a:fillRef idx="0"/>
              <a:effectRef idx="0"/>
              <a:fontRef idx="minor"/>
            </p:style>
            <p:txBody>
              <a:bodyPr lIns="90000" rIns="90000" tIns="14760" bIns="14760" anchor="t">
                <a:noAutofit/>
              </a:bodyPr>
              <a:p>
                <a:pPr>
                  <a:lnSpc>
                    <a:spcPct val="100000"/>
                  </a:lnSpc>
                </a:pPr>
                <a:endParaRPr b="0" lang="en-US" sz="1800" spc="-1" strike="noStrike">
                  <a:solidFill>
                    <a:srgbClr val="ffffff"/>
                  </a:solidFill>
                  <a:latin typeface="Arial"/>
                  <a:ea typeface="DejaVu Sans"/>
                </a:endParaRPr>
              </a:p>
            </p:txBody>
          </p:sp>
          <p:sp>
            <p:nvSpPr>
              <p:cNvPr id="289" name="CustomShape 29"/>
              <p:cNvSpPr/>
              <p:nvPr/>
            </p:nvSpPr>
            <p:spPr>
              <a:xfrm>
                <a:off x="5500800" y="918720"/>
                <a:ext cx="292680" cy="82800"/>
              </a:xfrm>
              <a:custGeom>
                <a:avLst/>
                <a:gdLst>
                  <a:gd name="textAreaLeft" fmla="*/ 0 w 292680"/>
                  <a:gd name="textAreaRight" fmla="*/ 293760 w 292680"/>
                  <a:gd name="textAreaTop" fmla="*/ 0 h 82800"/>
                  <a:gd name="textAreaBottom" fmla="*/ 83880 h 82800"/>
                </a:gdLst>
                <a:ahLst/>
                <a:rect l="textAreaLeft" t="textAreaTop" r="textAreaRight" b="textAreaBottom"/>
                <a:pathLst>
                  <a:path w="6339" h="1844">
                    <a:moveTo>
                      <a:pt x="5773" y="1"/>
                    </a:moveTo>
                    <a:cubicBezTo>
                      <a:pt x="5750" y="1"/>
                      <a:pt x="5728" y="2"/>
                      <a:pt x="5705" y="5"/>
                    </a:cubicBezTo>
                    <a:lnTo>
                      <a:pt x="435" y="839"/>
                    </a:lnTo>
                    <a:cubicBezTo>
                      <a:pt x="168" y="872"/>
                      <a:pt x="1" y="1139"/>
                      <a:pt x="34" y="1406"/>
                    </a:cubicBezTo>
                    <a:cubicBezTo>
                      <a:pt x="65" y="1653"/>
                      <a:pt x="297" y="1843"/>
                      <a:pt x="543" y="1843"/>
                    </a:cubicBezTo>
                    <a:cubicBezTo>
                      <a:pt x="562" y="1843"/>
                      <a:pt x="582" y="1842"/>
                      <a:pt x="601" y="1839"/>
                    </a:cubicBezTo>
                    <a:lnTo>
                      <a:pt x="5872" y="1006"/>
                    </a:lnTo>
                    <a:cubicBezTo>
                      <a:pt x="6139" y="939"/>
                      <a:pt x="6339" y="705"/>
                      <a:pt x="6272" y="405"/>
                    </a:cubicBezTo>
                    <a:cubicBezTo>
                      <a:pt x="6242" y="161"/>
                      <a:pt x="6016" y="1"/>
                      <a:pt x="5773" y="1"/>
                    </a:cubicBezTo>
                    <a:close/>
                  </a:path>
                </a:pathLst>
              </a:custGeom>
              <a:solidFill>
                <a:srgbClr val="de4c36">
                  <a:alpha val="51000"/>
                </a:srgbClr>
              </a:solidFill>
              <a:ln w="0">
                <a:noFill/>
              </a:ln>
            </p:spPr>
            <p:style>
              <a:lnRef idx="0"/>
              <a:fillRef idx="0"/>
              <a:effectRef idx="0"/>
              <a:fontRef idx="minor"/>
            </p:style>
            <p:txBody>
              <a:bodyPr lIns="90000" rIns="90000" tIns="38880" bIns="38880" anchor="t">
                <a:noAutofit/>
              </a:bodyPr>
              <a:p>
                <a:pPr>
                  <a:lnSpc>
                    <a:spcPct val="100000"/>
                  </a:lnSpc>
                </a:pPr>
                <a:endParaRPr b="0" lang="en-US" sz="1800" spc="-1" strike="noStrike">
                  <a:solidFill>
                    <a:srgbClr val="ffffff"/>
                  </a:solidFill>
                  <a:latin typeface="Arial"/>
                  <a:ea typeface="DejaVu Sans"/>
                </a:endParaRPr>
              </a:p>
            </p:txBody>
          </p:sp>
          <p:sp>
            <p:nvSpPr>
              <p:cNvPr id="290" name="CustomShape 30"/>
              <p:cNvSpPr/>
              <p:nvPr/>
            </p:nvSpPr>
            <p:spPr>
              <a:xfrm>
                <a:off x="5901480" y="854280"/>
                <a:ext cx="292680" cy="83160"/>
              </a:xfrm>
              <a:custGeom>
                <a:avLst/>
                <a:gdLst>
                  <a:gd name="textAreaLeft" fmla="*/ 0 w 292680"/>
                  <a:gd name="textAreaRight" fmla="*/ 293760 w 292680"/>
                  <a:gd name="textAreaTop" fmla="*/ 0 h 83160"/>
                  <a:gd name="textAreaBottom" fmla="*/ 84240 h 83160"/>
                </a:gdLst>
                <a:ahLst/>
                <a:rect l="textAreaLeft" t="textAreaTop" r="textAreaRight" b="textAreaBottom"/>
                <a:pathLst>
                  <a:path w="6339" h="1852">
                    <a:moveTo>
                      <a:pt x="5843" y="0"/>
                    </a:moveTo>
                    <a:cubicBezTo>
                      <a:pt x="5808" y="0"/>
                      <a:pt x="5773" y="4"/>
                      <a:pt x="5738" y="13"/>
                    </a:cubicBezTo>
                    <a:lnTo>
                      <a:pt x="468" y="847"/>
                    </a:lnTo>
                    <a:cubicBezTo>
                      <a:pt x="201" y="880"/>
                      <a:pt x="1" y="1147"/>
                      <a:pt x="34" y="1414"/>
                    </a:cubicBezTo>
                    <a:cubicBezTo>
                      <a:pt x="96" y="1661"/>
                      <a:pt x="301" y="1851"/>
                      <a:pt x="570" y="1851"/>
                    </a:cubicBezTo>
                    <a:cubicBezTo>
                      <a:pt x="591" y="1851"/>
                      <a:pt x="613" y="1850"/>
                      <a:pt x="635" y="1848"/>
                    </a:cubicBezTo>
                    <a:lnTo>
                      <a:pt x="5905" y="1014"/>
                    </a:lnTo>
                    <a:cubicBezTo>
                      <a:pt x="6172" y="947"/>
                      <a:pt x="6339" y="680"/>
                      <a:pt x="6305" y="413"/>
                    </a:cubicBezTo>
                    <a:cubicBezTo>
                      <a:pt x="6276" y="182"/>
                      <a:pt x="6071" y="0"/>
                      <a:pt x="5843" y="0"/>
                    </a:cubicBezTo>
                    <a:close/>
                  </a:path>
                </a:pathLst>
              </a:custGeom>
              <a:solidFill>
                <a:srgbClr val="de4c36">
                  <a:alpha val="51000"/>
                </a:srgbClr>
              </a:solidFill>
              <a:ln w="0">
                <a:noFill/>
              </a:ln>
            </p:spPr>
            <p:style>
              <a:lnRef idx="0"/>
              <a:fillRef idx="0"/>
              <a:effectRef idx="0"/>
              <a:fontRef idx="minor"/>
            </p:style>
            <p:txBody>
              <a:bodyPr lIns="90000" rIns="90000" tIns="39240" bIns="39240" anchor="t">
                <a:noAutofit/>
              </a:bodyPr>
              <a:p>
                <a:pPr>
                  <a:lnSpc>
                    <a:spcPct val="100000"/>
                  </a:lnSpc>
                </a:pPr>
                <a:endParaRPr b="0" lang="en-US" sz="1800" spc="-1" strike="noStrike">
                  <a:solidFill>
                    <a:srgbClr val="ffffff"/>
                  </a:solidFill>
                  <a:latin typeface="Arial"/>
                  <a:ea typeface="DejaVu Sans"/>
                </a:endParaRPr>
              </a:p>
            </p:txBody>
          </p:sp>
          <p:sp>
            <p:nvSpPr>
              <p:cNvPr id="291" name="CustomShape 31"/>
              <p:cNvSpPr/>
              <p:nvPr/>
            </p:nvSpPr>
            <p:spPr>
              <a:xfrm>
                <a:off x="6899400" y="1290240"/>
                <a:ext cx="1113120" cy="348120"/>
              </a:xfrm>
              <a:custGeom>
                <a:avLst/>
                <a:gdLst>
                  <a:gd name="textAreaLeft" fmla="*/ 0 w 1113120"/>
                  <a:gd name="textAreaRight" fmla="*/ 1114200 w 1113120"/>
                  <a:gd name="textAreaTop" fmla="*/ 0 h 348120"/>
                  <a:gd name="textAreaBottom" fmla="*/ 349200 h 348120"/>
                </a:gdLst>
                <a:ahLst/>
                <a:rect l="textAreaLeft" t="textAreaTop" r="textAreaRight" b="textAreaBottom"/>
                <a:pathLst>
                  <a:path w="23902" h="7526">
                    <a:moveTo>
                      <a:pt x="735" y="1"/>
                    </a:moveTo>
                    <a:cubicBezTo>
                      <a:pt x="181" y="1"/>
                      <a:pt x="1" y="839"/>
                      <a:pt x="585" y="1054"/>
                    </a:cubicBezTo>
                    <a:lnTo>
                      <a:pt x="23168" y="7526"/>
                    </a:lnTo>
                    <a:lnTo>
                      <a:pt x="23301" y="7526"/>
                    </a:lnTo>
                    <a:cubicBezTo>
                      <a:pt x="23534" y="7526"/>
                      <a:pt x="23735" y="7359"/>
                      <a:pt x="23801" y="7125"/>
                    </a:cubicBezTo>
                    <a:cubicBezTo>
                      <a:pt x="23901" y="6858"/>
                      <a:pt x="23735" y="6558"/>
                      <a:pt x="23434" y="6458"/>
                    </a:cubicBezTo>
                    <a:lnTo>
                      <a:pt x="885" y="20"/>
                    </a:lnTo>
                    <a:cubicBezTo>
                      <a:pt x="833" y="7"/>
                      <a:pt x="783" y="1"/>
                      <a:pt x="735" y="1"/>
                    </a:cubicBezTo>
                    <a:close/>
                  </a:path>
                </a:pathLst>
              </a:custGeom>
              <a:solidFill>
                <a:schemeClr val="dk1"/>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292" name="CustomShape 32"/>
              <p:cNvSpPr/>
              <p:nvPr/>
            </p:nvSpPr>
            <p:spPr>
              <a:xfrm>
                <a:off x="6893640" y="1287720"/>
                <a:ext cx="669960" cy="465840"/>
              </a:xfrm>
              <a:custGeom>
                <a:avLst/>
                <a:gdLst>
                  <a:gd name="textAreaLeft" fmla="*/ 0 w 669960"/>
                  <a:gd name="textAreaRight" fmla="*/ 671040 w 669960"/>
                  <a:gd name="textAreaTop" fmla="*/ 0 h 465840"/>
                  <a:gd name="textAreaBottom" fmla="*/ 466920 h 465840"/>
                </a:gdLst>
                <a:ahLst/>
                <a:rect l="textAreaLeft" t="textAreaTop" r="textAreaRight" b="textAreaBottom"/>
                <a:pathLst>
                  <a:path w="14416" h="10045">
                    <a:moveTo>
                      <a:pt x="813" y="1"/>
                    </a:moveTo>
                    <a:cubicBezTo>
                      <a:pt x="331" y="1"/>
                      <a:pt x="0" y="715"/>
                      <a:pt x="539" y="1039"/>
                    </a:cubicBezTo>
                    <a:lnTo>
                      <a:pt x="13381" y="9945"/>
                    </a:lnTo>
                    <a:cubicBezTo>
                      <a:pt x="13448" y="10012"/>
                      <a:pt x="13582" y="10045"/>
                      <a:pt x="13682" y="10045"/>
                    </a:cubicBezTo>
                    <a:cubicBezTo>
                      <a:pt x="14215" y="10045"/>
                      <a:pt x="14416" y="9344"/>
                      <a:pt x="13982" y="9044"/>
                    </a:cubicBezTo>
                    <a:lnTo>
                      <a:pt x="1173" y="138"/>
                    </a:lnTo>
                    <a:cubicBezTo>
                      <a:pt x="1051" y="41"/>
                      <a:pt x="927" y="1"/>
                      <a:pt x="813" y="1"/>
                    </a:cubicBezTo>
                    <a:close/>
                  </a:path>
                </a:pathLst>
              </a:custGeom>
              <a:solidFill>
                <a:schemeClr val="dk1"/>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293" name="CustomShape 33"/>
              <p:cNvSpPr/>
              <p:nvPr/>
            </p:nvSpPr>
            <p:spPr>
              <a:xfrm>
                <a:off x="6152400" y="1288440"/>
                <a:ext cx="813960" cy="900000"/>
              </a:xfrm>
              <a:custGeom>
                <a:avLst/>
                <a:gdLst>
                  <a:gd name="textAreaLeft" fmla="*/ 0 w 813960"/>
                  <a:gd name="textAreaRight" fmla="*/ 815040 w 813960"/>
                  <a:gd name="textAreaTop" fmla="*/ 0 h 900000"/>
                  <a:gd name="textAreaBottom" fmla="*/ 901080 h 900000"/>
                </a:gdLst>
                <a:ahLst/>
                <a:rect l="textAreaLeft" t="textAreaTop" r="textAreaRight" b="textAreaBottom"/>
                <a:pathLst>
                  <a:path w="17496" h="19338">
                    <a:moveTo>
                      <a:pt x="16707" y="0"/>
                    </a:moveTo>
                    <a:cubicBezTo>
                      <a:pt x="16570" y="0"/>
                      <a:pt x="16429" y="57"/>
                      <a:pt x="16312" y="191"/>
                    </a:cubicBezTo>
                    <a:lnTo>
                      <a:pt x="334" y="18437"/>
                    </a:lnTo>
                    <a:cubicBezTo>
                      <a:pt x="0" y="18804"/>
                      <a:pt x="267" y="19338"/>
                      <a:pt x="734" y="19338"/>
                    </a:cubicBezTo>
                    <a:cubicBezTo>
                      <a:pt x="901" y="19338"/>
                      <a:pt x="1068" y="19271"/>
                      <a:pt x="1168" y="19171"/>
                    </a:cubicBezTo>
                    <a:lnTo>
                      <a:pt x="17146" y="924"/>
                    </a:lnTo>
                    <a:cubicBezTo>
                      <a:pt x="17496" y="500"/>
                      <a:pt x="17116" y="0"/>
                      <a:pt x="16707" y="0"/>
                    </a:cubicBezTo>
                    <a:close/>
                  </a:path>
                </a:pathLst>
              </a:custGeom>
              <a:solidFill>
                <a:schemeClr val="dk1"/>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grpSp>
      </p:gr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4" name="CustomShape 1"/>
          <p:cNvSpPr/>
          <p:nvPr/>
        </p:nvSpPr>
        <p:spPr>
          <a:xfrm>
            <a:off x="720000" y="972360"/>
            <a:ext cx="5281560" cy="269280"/>
          </a:xfrm>
          <a:prstGeom prst="roundRect">
            <a:avLst>
              <a:gd name="adj" fmla="val 50000"/>
            </a:avLst>
          </a:prstGeom>
          <a:solidFill>
            <a:srgbClr val="f77967"/>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295" name="CustomShape 2"/>
          <p:cNvSpPr/>
          <p:nvPr/>
        </p:nvSpPr>
        <p:spPr>
          <a:xfrm>
            <a:off x="680040" y="534600"/>
            <a:ext cx="7700760" cy="609480"/>
          </a:xfrm>
          <a:prstGeom prst="rect">
            <a:avLst/>
          </a:prstGeom>
          <a:noFill/>
          <a:ln w="0">
            <a:noFill/>
          </a:ln>
        </p:spPr>
        <p:style>
          <a:lnRef idx="0"/>
          <a:fillRef idx="0"/>
          <a:effectRef idx="0"/>
          <a:fontRef idx="minor"/>
        </p:style>
        <p:txBody>
          <a:bodyPr lIns="90000" rIns="90000" tIns="91440" bIns="91440" anchor="t">
            <a:noAutofit/>
          </a:bodyPr>
          <a:p>
            <a:pPr>
              <a:lnSpc>
                <a:spcPct val="100000"/>
              </a:lnSpc>
            </a:pPr>
            <a:r>
              <a:rPr b="0" lang="en" sz="3200" spc="-1" strike="noStrike">
                <a:solidFill>
                  <a:srgbClr val="263238"/>
                </a:solidFill>
                <a:latin typeface="Poppins Black"/>
                <a:ea typeface="Poppins Black"/>
              </a:rPr>
              <a:t>Apache History</a:t>
            </a:r>
            <a:endParaRPr b="0" lang="en-US" sz="3200" spc="-1" strike="noStrike">
              <a:solidFill>
                <a:srgbClr val="000000"/>
              </a:solidFill>
              <a:latin typeface="Arial"/>
            </a:endParaRPr>
          </a:p>
        </p:txBody>
      </p:sp>
      <p:pic>
        <p:nvPicPr>
          <p:cNvPr id="296" name="Google Shape;443;p53" descr=""/>
          <p:cNvPicPr/>
          <p:nvPr/>
        </p:nvPicPr>
        <p:blipFill>
          <a:blip r:embed="rId1"/>
          <a:stretch/>
        </p:blipFill>
        <p:spPr>
          <a:xfrm>
            <a:off x="3867480" y="2002320"/>
            <a:ext cx="1253160" cy="1253160"/>
          </a:xfrm>
          <a:prstGeom prst="rect">
            <a:avLst/>
          </a:prstGeom>
          <a:ln w="0">
            <a:noFill/>
          </a:ln>
        </p:spPr>
      </p:pic>
      <p:pic>
        <p:nvPicPr>
          <p:cNvPr id="297" name="Google Shape;444;p53" descr=""/>
          <p:cNvPicPr/>
          <p:nvPr/>
        </p:nvPicPr>
        <p:blipFill>
          <a:blip r:embed="rId2"/>
          <a:stretch/>
        </p:blipFill>
        <p:spPr>
          <a:xfrm>
            <a:off x="6555240" y="2394000"/>
            <a:ext cx="1072440" cy="522000"/>
          </a:xfrm>
          <a:prstGeom prst="rect">
            <a:avLst/>
          </a:prstGeom>
          <a:ln w="0">
            <a:noFill/>
          </a:ln>
        </p:spPr>
      </p:pic>
      <p:sp>
        <p:nvSpPr>
          <p:cNvPr id="298" name="CustomShape 3"/>
          <p:cNvSpPr/>
          <p:nvPr/>
        </p:nvSpPr>
        <p:spPr>
          <a:xfrm>
            <a:off x="3898440" y="2008440"/>
            <a:ext cx="1228680" cy="1228680"/>
          </a:xfrm>
          <a:prstGeom prst="ellipse">
            <a:avLst/>
          </a:prstGeom>
          <a:noFill/>
          <a:ln w="38160">
            <a:solidFill>
              <a:srgbClr val="de4c36"/>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grpSp>
        <p:nvGrpSpPr>
          <p:cNvPr id="299" name="Group 4"/>
          <p:cNvGrpSpPr/>
          <p:nvPr/>
        </p:nvGrpSpPr>
        <p:grpSpPr>
          <a:xfrm>
            <a:off x="673200" y="1347480"/>
            <a:ext cx="2562840" cy="2562840"/>
            <a:chOff x="673200" y="1347480"/>
            <a:chExt cx="2562840" cy="2562840"/>
          </a:xfrm>
        </p:grpSpPr>
        <p:pic>
          <p:nvPicPr>
            <p:cNvPr id="300" name="Google Shape;447;p53" descr=""/>
            <p:cNvPicPr/>
            <p:nvPr/>
          </p:nvPicPr>
          <p:blipFill>
            <a:blip r:embed="rId3"/>
            <a:srcRect l="22619" t="0" r="10891" b="0"/>
            <a:stretch/>
          </p:blipFill>
          <p:spPr>
            <a:xfrm>
              <a:off x="1270440" y="2044080"/>
              <a:ext cx="1444320" cy="1183320"/>
            </a:xfrm>
            <a:prstGeom prst="rect">
              <a:avLst/>
            </a:prstGeom>
            <a:ln w="0">
              <a:noFill/>
            </a:ln>
          </p:spPr>
        </p:pic>
        <p:sp>
          <p:nvSpPr>
            <p:cNvPr id="301" name="CustomShape 5"/>
            <p:cNvSpPr/>
            <p:nvPr/>
          </p:nvSpPr>
          <p:spPr>
            <a:xfrm>
              <a:off x="673200" y="1347480"/>
              <a:ext cx="2562840" cy="2562840"/>
            </a:xfrm>
            <a:prstGeom prst="donut">
              <a:avLst>
                <a:gd name="adj" fmla="val 25000"/>
              </a:avLst>
            </a:prstGeom>
            <a:solidFill>
              <a:schemeClr val="lt1"/>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302" name="CustomShape 6"/>
            <p:cNvSpPr/>
            <p:nvPr/>
          </p:nvSpPr>
          <p:spPr>
            <a:xfrm>
              <a:off x="1338480" y="2023560"/>
              <a:ext cx="1228680" cy="1228680"/>
            </a:xfrm>
            <a:prstGeom prst="ellipse">
              <a:avLst/>
            </a:prstGeom>
            <a:noFill/>
            <a:ln w="38160">
              <a:solidFill>
                <a:srgbClr val="de4c36"/>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grpSp>
      <p:sp>
        <p:nvSpPr>
          <p:cNvPr id="303" name="CustomShape 7"/>
          <p:cNvSpPr/>
          <p:nvPr/>
        </p:nvSpPr>
        <p:spPr>
          <a:xfrm>
            <a:off x="6477120" y="2014560"/>
            <a:ext cx="1228680" cy="1228680"/>
          </a:xfrm>
          <a:prstGeom prst="ellipse">
            <a:avLst/>
          </a:prstGeom>
          <a:noFill/>
          <a:ln w="38160">
            <a:solidFill>
              <a:srgbClr val="de4c36"/>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304" name="CustomShape 8"/>
          <p:cNvSpPr/>
          <p:nvPr/>
        </p:nvSpPr>
        <p:spPr>
          <a:xfrm flipH="1" rot="10800000">
            <a:off x="2570760" y="2627640"/>
            <a:ext cx="1324800" cy="11880"/>
          </a:xfrm>
          <a:custGeom>
            <a:avLst/>
            <a:gdLst>
              <a:gd name="textAreaLeft" fmla="*/ 720 w 1324800"/>
              <a:gd name="textAreaRight" fmla="*/ 1326600 w 1324800"/>
              <a:gd name="textAreaTop" fmla="*/ 0 h 11880"/>
              <a:gd name="textAreaBottom" fmla="*/ 12960 h 11880"/>
            </a:gdLst>
            <a:ahLst/>
            <a:rect l="textAreaLeft" t="textAreaTop" r="textAreaRight" b="textAreaBottom"/>
            <a:pathLst>
              <a:path w="21600" h="21600">
                <a:moveTo>
                  <a:pt x="0" y="0"/>
                </a:moveTo>
                <a:lnTo>
                  <a:pt x="21600" y="21600"/>
                </a:lnTo>
              </a:path>
            </a:pathLst>
          </a:custGeom>
          <a:noFill/>
          <a:ln w="19080">
            <a:solidFill>
              <a:srgbClr val="de4c36"/>
            </a:solidFill>
            <a:prstDash val="dot"/>
            <a:round/>
          </a:ln>
        </p:spPr>
        <p:style>
          <a:lnRef idx="0"/>
          <a:fillRef idx="0"/>
          <a:effectRef idx="0"/>
          <a:fontRef idx="minor"/>
        </p:style>
        <p:txBody>
          <a:bodyPr lIns="90000" rIns="90000" tIns="-32040" bIns="-32040" anchor="t">
            <a:noAutofit/>
          </a:bodyPr>
          <a:p>
            <a:pPr>
              <a:lnSpc>
                <a:spcPct val="100000"/>
              </a:lnSpc>
            </a:pPr>
            <a:endParaRPr b="0" lang="en-US" sz="1800" spc="-1" strike="noStrike">
              <a:solidFill>
                <a:srgbClr val="000000"/>
              </a:solidFill>
              <a:latin typeface="Arial"/>
              <a:ea typeface="DejaVu Sans"/>
            </a:endParaRPr>
          </a:p>
        </p:txBody>
      </p:sp>
      <p:sp>
        <p:nvSpPr>
          <p:cNvPr id="305" name="CustomShape 9"/>
          <p:cNvSpPr/>
          <p:nvPr/>
        </p:nvSpPr>
        <p:spPr>
          <a:xfrm>
            <a:off x="5130360" y="2624400"/>
            <a:ext cx="1343880" cy="3240"/>
          </a:xfrm>
          <a:custGeom>
            <a:avLst/>
            <a:gdLst>
              <a:gd name="textAreaLeft" fmla="*/ 0 w 1343880"/>
              <a:gd name="textAreaRight" fmla="*/ 1344960 w 1343880"/>
              <a:gd name="textAreaTop" fmla="*/ 0 h 3240"/>
              <a:gd name="textAreaBottom" fmla="*/ 4320 h 3240"/>
            </a:gdLst>
            <a:ahLst/>
            <a:rect l="textAreaLeft" t="textAreaTop" r="textAreaRight" b="textAreaBottom"/>
            <a:pathLst>
              <a:path w="21600" h="21600">
                <a:moveTo>
                  <a:pt x="0" y="0"/>
                </a:moveTo>
                <a:lnTo>
                  <a:pt x="21600" y="21600"/>
                </a:lnTo>
              </a:path>
            </a:pathLst>
          </a:custGeom>
          <a:noFill/>
          <a:ln w="19080">
            <a:solidFill>
              <a:srgbClr val="de4c36"/>
            </a:solidFill>
            <a:prstDash val="dot"/>
            <a:round/>
          </a:ln>
        </p:spPr>
        <p:style>
          <a:lnRef idx="0"/>
          <a:fillRef idx="0"/>
          <a:effectRef idx="0"/>
          <a:fontRef idx="minor"/>
        </p:style>
        <p:txBody>
          <a:bodyPr lIns="90000" rIns="90000" tIns="-40680" bIns="-40680" anchor="t">
            <a:noAutofit/>
          </a:bodyPr>
          <a:p>
            <a:pPr>
              <a:lnSpc>
                <a:spcPct val="100000"/>
              </a:lnSpc>
            </a:pPr>
            <a:endParaRPr b="0" lang="en-US" sz="1800" spc="-1" strike="noStrike">
              <a:solidFill>
                <a:srgbClr val="000000"/>
              </a:solidFill>
              <a:latin typeface="Arial"/>
              <a:ea typeface="DejaVu Sans"/>
            </a:endParaRPr>
          </a:p>
        </p:txBody>
      </p:sp>
      <p:sp>
        <p:nvSpPr>
          <p:cNvPr id="306" name="CustomShape 10"/>
          <p:cNvSpPr/>
          <p:nvPr/>
        </p:nvSpPr>
        <p:spPr>
          <a:xfrm>
            <a:off x="1539360" y="3307680"/>
            <a:ext cx="830520" cy="456840"/>
          </a:xfrm>
          <a:prstGeom prst="rect">
            <a:avLst/>
          </a:prstGeom>
          <a:noFill/>
          <a:ln w="0">
            <a:noFill/>
          </a:ln>
        </p:spPr>
        <p:style>
          <a:lnRef idx="0"/>
          <a:fillRef idx="0"/>
          <a:effectRef idx="0"/>
          <a:fontRef idx="minor"/>
        </p:style>
        <p:txBody>
          <a:bodyPr lIns="90000" rIns="90000" tIns="91440" bIns="91440" anchor="t">
            <a:spAutoFit/>
          </a:bodyPr>
          <a:p>
            <a:pPr algn="ctr">
              <a:lnSpc>
                <a:spcPct val="100000"/>
              </a:lnSpc>
            </a:pPr>
            <a:r>
              <a:rPr b="1" lang="en" sz="1800" spc="-1" strike="noStrike">
                <a:solidFill>
                  <a:srgbClr val="de4c36"/>
                </a:solidFill>
                <a:latin typeface="Poppins"/>
                <a:ea typeface="Poppins"/>
              </a:rPr>
              <a:t>1994</a:t>
            </a:r>
            <a:endParaRPr b="0" lang="en-US" sz="1800" spc="-1" strike="noStrike">
              <a:solidFill>
                <a:srgbClr val="000000"/>
              </a:solidFill>
              <a:latin typeface="Arial"/>
            </a:endParaRPr>
          </a:p>
        </p:txBody>
      </p:sp>
      <p:sp>
        <p:nvSpPr>
          <p:cNvPr id="307" name="CustomShape 11"/>
          <p:cNvSpPr/>
          <p:nvPr/>
        </p:nvSpPr>
        <p:spPr>
          <a:xfrm>
            <a:off x="4078800" y="3307680"/>
            <a:ext cx="830520" cy="456840"/>
          </a:xfrm>
          <a:prstGeom prst="rect">
            <a:avLst/>
          </a:prstGeom>
          <a:noFill/>
          <a:ln w="0">
            <a:noFill/>
          </a:ln>
        </p:spPr>
        <p:style>
          <a:lnRef idx="0"/>
          <a:fillRef idx="0"/>
          <a:effectRef idx="0"/>
          <a:fontRef idx="minor"/>
        </p:style>
        <p:txBody>
          <a:bodyPr lIns="90000" rIns="90000" tIns="91440" bIns="91440" anchor="t">
            <a:spAutoFit/>
          </a:bodyPr>
          <a:p>
            <a:pPr algn="ctr">
              <a:lnSpc>
                <a:spcPct val="100000"/>
              </a:lnSpc>
            </a:pPr>
            <a:r>
              <a:rPr b="1" lang="en" sz="1800" spc="-1" strike="noStrike">
                <a:solidFill>
                  <a:srgbClr val="de4c36"/>
                </a:solidFill>
                <a:latin typeface="Poppins"/>
                <a:ea typeface="Poppins"/>
              </a:rPr>
              <a:t>1995</a:t>
            </a:r>
            <a:endParaRPr b="0" lang="en-US" sz="1800" spc="-1" strike="noStrike">
              <a:solidFill>
                <a:srgbClr val="000000"/>
              </a:solidFill>
              <a:latin typeface="Arial"/>
            </a:endParaRPr>
          </a:p>
        </p:txBody>
      </p:sp>
      <p:sp>
        <p:nvSpPr>
          <p:cNvPr id="308" name="CustomShape 12"/>
          <p:cNvSpPr/>
          <p:nvPr/>
        </p:nvSpPr>
        <p:spPr>
          <a:xfrm>
            <a:off x="6676200" y="3307680"/>
            <a:ext cx="830520" cy="456840"/>
          </a:xfrm>
          <a:prstGeom prst="rect">
            <a:avLst/>
          </a:prstGeom>
          <a:noFill/>
          <a:ln w="0">
            <a:noFill/>
          </a:ln>
        </p:spPr>
        <p:style>
          <a:lnRef idx="0"/>
          <a:fillRef idx="0"/>
          <a:effectRef idx="0"/>
          <a:fontRef idx="minor"/>
        </p:style>
        <p:txBody>
          <a:bodyPr lIns="90000" rIns="90000" tIns="91440" bIns="91440" anchor="t">
            <a:spAutoFit/>
          </a:bodyPr>
          <a:p>
            <a:pPr algn="ctr">
              <a:lnSpc>
                <a:spcPct val="100000"/>
              </a:lnSpc>
            </a:pPr>
            <a:r>
              <a:rPr b="1" lang="en" sz="1800" spc="-1" strike="noStrike">
                <a:solidFill>
                  <a:srgbClr val="de4c36"/>
                </a:solidFill>
                <a:latin typeface="Poppins"/>
                <a:ea typeface="Poppins"/>
              </a:rPr>
              <a:t>1999</a:t>
            </a:r>
            <a:endParaRPr b="0" lang="en-US" sz="1800" spc="-1" strike="noStrike">
              <a:solidFill>
                <a:srgbClr val="000000"/>
              </a:solidFill>
              <a:latin typeface="Arial"/>
            </a:endParaRPr>
          </a:p>
        </p:txBody>
      </p:sp>
      <p:sp>
        <p:nvSpPr>
          <p:cNvPr id="309" name="CustomShape 13"/>
          <p:cNvSpPr/>
          <p:nvPr/>
        </p:nvSpPr>
        <p:spPr>
          <a:xfrm>
            <a:off x="897840" y="3769200"/>
            <a:ext cx="2113200" cy="640440"/>
          </a:xfrm>
          <a:prstGeom prst="rect">
            <a:avLst/>
          </a:prstGeom>
          <a:noFill/>
          <a:ln w="0">
            <a:noFill/>
          </a:ln>
        </p:spPr>
        <p:style>
          <a:lnRef idx="0"/>
          <a:fillRef idx="0"/>
          <a:effectRef idx="0"/>
          <a:fontRef idx="minor"/>
        </p:style>
        <p:txBody>
          <a:bodyPr lIns="90000" rIns="90000" tIns="91440" bIns="91440" anchor="t">
            <a:spAutoFit/>
          </a:bodyPr>
          <a:p>
            <a:pPr algn="ctr">
              <a:lnSpc>
                <a:spcPct val="100000"/>
              </a:lnSpc>
            </a:pPr>
            <a:r>
              <a:rPr b="0" lang="en" sz="1000" spc="-1" strike="noStrike">
                <a:solidFill>
                  <a:srgbClr val="434343"/>
                </a:solidFill>
                <a:latin typeface="Poppins"/>
                <a:ea typeface="Poppins"/>
              </a:rPr>
              <a:t>Developed by Rob McCool at the national center for supercomputing applications </a:t>
            </a:r>
            <a:endParaRPr b="0" lang="en-US" sz="1000" spc="-1" strike="noStrike">
              <a:solidFill>
                <a:srgbClr val="000000"/>
              </a:solidFill>
              <a:latin typeface="Arial"/>
            </a:endParaRPr>
          </a:p>
        </p:txBody>
      </p:sp>
      <p:sp>
        <p:nvSpPr>
          <p:cNvPr id="310" name="CustomShape 14"/>
          <p:cNvSpPr/>
          <p:nvPr/>
        </p:nvSpPr>
        <p:spPr>
          <a:xfrm>
            <a:off x="3456000" y="3769200"/>
            <a:ext cx="2113200" cy="640440"/>
          </a:xfrm>
          <a:prstGeom prst="rect">
            <a:avLst/>
          </a:prstGeom>
          <a:noFill/>
          <a:ln w="0">
            <a:noFill/>
          </a:ln>
        </p:spPr>
        <p:style>
          <a:lnRef idx="0"/>
          <a:fillRef idx="0"/>
          <a:effectRef idx="0"/>
          <a:fontRef idx="minor"/>
        </p:style>
        <p:txBody>
          <a:bodyPr lIns="90000" rIns="90000" tIns="91440" bIns="91440" anchor="t">
            <a:spAutoFit/>
          </a:bodyPr>
          <a:p>
            <a:pPr algn="ctr">
              <a:lnSpc>
                <a:spcPct val="100000"/>
              </a:lnSpc>
            </a:pPr>
            <a:r>
              <a:rPr b="0" lang="en" sz="1000" spc="-1" strike="noStrike">
                <a:solidFill>
                  <a:srgbClr val="434343"/>
                </a:solidFill>
                <a:latin typeface="Poppins"/>
                <a:ea typeface="Poppins"/>
              </a:rPr>
              <a:t>Brian Behlendorf and Cliff Skolnick with others continued the development</a:t>
            </a:r>
            <a:endParaRPr b="0" lang="en-US" sz="1000" spc="-1" strike="noStrike">
              <a:solidFill>
                <a:srgbClr val="000000"/>
              </a:solidFill>
              <a:latin typeface="Arial"/>
            </a:endParaRPr>
          </a:p>
        </p:txBody>
      </p:sp>
      <p:sp>
        <p:nvSpPr>
          <p:cNvPr id="311" name="CustomShape 15"/>
          <p:cNvSpPr/>
          <p:nvPr/>
        </p:nvSpPr>
        <p:spPr>
          <a:xfrm>
            <a:off x="6068880" y="3769200"/>
            <a:ext cx="2113200" cy="945720"/>
          </a:xfrm>
          <a:prstGeom prst="rect">
            <a:avLst/>
          </a:prstGeom>
          <a:noFill/>
          <a:ln w="0">
            <a:noFill/>
          </a:ln>
        </p:spPr>
        <p:style>
          <a:lnRef idx="0"/>
          <a:fillRef idx="0"/>
          <a:effectRef idx="0"/>
          <a:fontRef idx="minor"/>
        </p:style>
        <p:txBody>
          <a:bodyPr lIns="90000" rIns="90000" tIns="91440" bIns="91440" anchor="t">
            <a:spAutoFit/>
          </a:bodyPr>
          <a:p>
            <a:pPr algn="ctr">
              <a:lnSpc>
                <a:spcPct val="100000"/>
              </a:lnSpc>
            </a:pPr>
            <a:r>
              <a:rPr b="0" lang="en" sz="1000" spc="-1" strike="noStrike">
                <a:solidFill>
                  <a:srgbClr val="434343"/>
                </a:solidFill>
                <a:latin typeface="Poppins"/>
                <a:ea typeface="Poppins"/>
              </a:rPr>
              <a:t>Apache Software Foundation formed to provide organizational, legal and financial support for the Apache HTTP server</a:t>
            </a:r>
            <a:endParaRPr b="0"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2" name="CustomShape 1"/>
          <p:cNvSpPr/>
          <p:nvPr/>
        </p:nvSpPr>
        <p:spPr>
          <a:xfrm>
            <a:off x="720000" y="972360"/>
            <a:ext cx="5281560" cy="269280"/>
          </a:xfrm>
          <a:prstGeom prst="roundRect">
            <a:avLst>
              <a:gd name="adj" fmla="val 50000"/>
            </a:avLst>
          </a:prstGeom>
          <a:solidFill>
            <a:srgbClr val="f77967"/>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313" name="CustomShape 2"/>
          <p:cNvSpPr/>
          <p:nvPr/>
        </p:nvSpPr>
        <p:spPr>
          <a:xfrm>
            <a:off x="680040" y="534600"/>
            <a:ext cx="7700760" cy="609480"/>
          </a:xfrm>
          <a:prstGeom prst="rect">
            <a:avLst/>
          </a:prstGeom>
          <a:noFill/>
          <a:ln w="0">
            <a:noFill/>
          </a:ln>
        </p:spPr>
        <p:style>
          <a:lnRef idx="0"/>
          <a:fillRef idx="0"/>
          <a:effectRef idx="0"/>
          <a:fontRef idx="minor"/>
        </p:style>
        <p:txBody>
          <a:bodyPr lIns="90000" rIns="90000" tIns="91440" bIns="91440" anchor="t">
            <a:noAutofit/>
          </a:bodyPr>
          <a:p>
            <a:pPr>
              <a:lnSpc>
                <a:spcPct val="100000"/>
              </a:lnSpc>
            </a:pPr>
            <a:r>
              <a:rPr b="0" lang="en" sz="3200" spc="-1" strike="noStrike">
                <a:solidFill>
                  <a:srgbClr val="263238"/>
                </a:solidFill>
                <a:latin typeface="Poppins Black"/>
                <a:ea typeface="Poppins Black"/>
              </a:rPr>
              <a:t>Apache Web Server</a:t>
            </a:r>
            <a:endParaRPr b="0" lang="en-US" sz="3200" spc="-1" strike="noStrike">
              <a:solidFill>
                <a:srgbClr val="000000"/>
              </a:solidFill>
              <a:latin typeface="Arial"/>
            </a:endParaRPr>
          </a:p>
        </p:txBody>
      </p:sp>
      <p:sp>
        <p:nvSpPr>
          <p:cNvPr id="314" name="CustomShape 3"/>
          <p:cNvSpPr/>
          <p:nvPr/>
        </p:nvSpPr>
        <p:spPr>
          <a:xfrm>
            <a:off x="628560" y="2139120"/>
            <a:ext cx="7520400" cy="2239920"/>
          </a:xfrm>
          <a:prstGeom prst="rect">
            <a:avLst/>
          </a:prstGeom>
          <a:noFill/>
          <a:ln w="0">
            <a:noFill/>
          </a:ln>
        </p:spPr>
        <p:style>
          <a:lnRef idx="0"/>
          <a:fillRef idx="0"/>
          <a:effectRef idx="0"/>
          <a:fontRef idx="minor"/>
        </p:style>
        <p:txBody>
          <a:bodyPr lIns="90000" rIns="90000" tIns="91440" bIns="91440" anchor="t">
            <a:spAutoFit/>
          </a:bodyPr>
          <a:p>
            <a:pPr>
              <a:lnSpc>
                <a:spcPct val="150000"/>
              </a:lnSpc>
            </a:pPr>
            <a:r>
              <a:rPr b="0" lang="en" sz="1800" spc="-1" strike="noStrike">
                <a:solidFill>
                  <a:srgbClr val="000000"/>
                </a:solidFill>
                <a:latin typeface="Poppins"/>
                <a:ea typeface="Poppins"/>
              </a:rPr>
              <a:t>Apache HTTP Server is a </a:t>
            </a:r>
            <a:r>
              <a:rPr b="0" lang="en" sz="1800" spc="-1" strike="noStrike">
                <a:solidFill>
                  <a:srgbClr val="de4c36"/>
                </a:solidFill>
                <a:latin typeface="Poppins"/>
                <a:ea typeface="Poppins"/>
              </a:rPr>
              <a:t>free and open-source</a:t>
            </a:r>
            <a:r>
              <a:rPr b="0" lang="en" sz="1800" spc="-1" strike="noStrike">
                <a:solidFill>
                  <a:srgbClr val="000000"/>
                </a:solidFill>
                <a:latin typeface="Poppins"/>
                <a:ea typeface="Poppins"/>
              </a:rPr>
              <a:t> web server that delivers web content through the internet. </a:t>
            </a:r>
            <a:endParaRPr b="0" lang="en-US" sz="1800" spc="-1" strike="noStrike">
              <a:solidFill>
                <a:srgbClr val="000000"/>
              </a:solidFill>
              <a:latin typeface="Arial"/>
            </a:endParaRPr>
          </a:p>
          <a:p>
            <a:pPr>
              <a:lnSpc>
                <a:spcPct val="150000"/>
              </a:lnSpc>
            </a:pPr>
            <a:r>
              <a:rPr b="0" lang="en" sz="1800" spc="-1" strike="noStrike">
                <a:solidFill>
                  <a:srgbClr val="000000"/>
                </a:solidFill>
                <a:latin typeface="Poppins"/>
                <a:ea typeface="Poppins"/>
              </a:rPr>
              <a:t>It quickly became the most popular HTTP client on the web. It was revealed that the name originated from the respect of the </a:t>
            </a:r>
            <a:r>
              <a:rPr b="0" lang="en" sz="1800" spc="-1" strike="noStrike">
                <a:solidFill>
                  <a:srgbClr val="de4c36"/>
                </a:solidFill>
                <a:latin typeface="Poppins"/>
                <a:ea typeface="Poppins"/>
              </a:rPr>
              <a:t>Native American tribe</a:t>
            </a:r>
            <a:r>
              <a:rPr b="0" lang="en" sz="1800" spc="-1" strike="noStrike">
                <a:solidFill>
                  <a:srgbClr val="000000"/>
                </a:solidFill>
                <a:latin typeface="Poppins"/>
                <a:ea typeface="Poppins"/>
              </a:rPr>
              <a:t> for its resiliency and durability.</a:t>
            </a:r>
            <a:endParaRPr b="0" lang="en-US" sz="1800" spc="-1" strike="noStrike">
              <a:solidFill>
                <a:srgbClr val="000000"/>
              </a:solidFill>
              <a:latin typeface="Arial"/>
            </a:endParaRPr>
          </a:p>
        </p:txBody>
      </p:sp>
      <p:pic>
        <p:nvPicPr>
          <p:cNvPr id="315" name="Google Shape;466;p54" descr=""/>
          <p:cNvPicPr/>
          <p:nvPr/>
        </p:nvPicPr>
        <p:blipFill>
          <a:blip r:embed="rId1"/>
          <a:srcRect l="2303" t="10486" r="76242" b="9095"/>
          <a:stretch/>
        </p:blipFill>
        <p:spPr>
          <a:xfrm>
            <a:off x="7318440" y="160920"/>
            <a:ext cx="830520" cy="1530360"/>
          </a:xfrm>
          <a:prstGeom prst="rect">
            <a:avLst/>
          </a:prstGeom>
          <a:ln w="0">
            <a:noFill/>
          </a:ln>
        </p:spPr>
      </p:pic>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6" name="CustomShape 1"/>
          <p:cNvSpPr/>
          <p:nvPr/>
        </p:nvSpPr>
        <p:spPr>
          <a:xfrm>
            <a:off x="720000" y="972360"/>
            <a:ext cx="5281560" cy="269280"/>
          </a:xfrm>
          <a:prstGeom prst="roundRect">
            <a:avLst>
              <a:gd name="adj" fmla="val 50000"/>
            </a:avLst>
          </a:prstGeom>
          <a:solidFill>
            <a:srgbClr val="f77967"/>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317" name="CustomShape 2"/>
          <p:cNvSpPr/>
          <p:nvPr/>
        </p:nvSpPr>
        <p:spPr>
          <a:xfrm>
            <a:off x="680040" y="534600"/>
            <a:ext cx="7700760" cy="609480"/>
          </a:xfrm>
          <a:prstGeom prst="rect">
            <a:avLst/>
          </a:prstGeom>
          <a:noFill/>
          <a:ln w="0">
            <a:noFill/>
          </a:ln>
        </p:spPr>
        <p:style>
          <a:lnRef idx="0"/>
          <a:fillRef idx="0"/>
          <a:effectRef idx="0"/>
          <a:fontRef idx="minor"/>
        </p:style>
        <p:txBody>
          <a:bodyPr lIns="90000" rIns="90000" tIns="91440" bIns="91440" anchor="t">
            <a:noAutofit/>
          </a:bodyPr>
          <a:p>
            <a:pPr>
              <a:lnSpc>
                <a:spcPct val="100000"/>
              </a:lnSpc>
            </a:pPr>
            <a:r>
              <a:rPr b="0" lang="en" sz="3200" spc="-1" strike="noStrike">
                <a:solidFill>
                  <a:srgbClr val="263238"/>
                </a:solidFill>
                <a:latin typeface="Poppins Black"/>
                <a:ea typeface="Poppins Black"/>
              </a:rPr>
              <a:t>Apache Pros</a:t>
            </a:r>
            <a:endParaRPr b="0" lang="en-US" sz="3200" spc="-1" strike="noStrike">
              <a:solidFill>
                <a:srgbClr val="000000"/>
              </a:solidFill>
              <a:latin typeface="Arial"/>
            </a:endParaRPr>
          </a:p>
        </p:txBody>
      </p:sp>
      <p:sp>
        <p:nvSpPr>
          <p:cNvPr id="318" name="CustomShape 3"/>
          <p:cNvSpPr/>
          <p:nvPr/>
        </p:nvSpPr>
        <p:spPr>
          <a:xfrm>
            <a:off x="484200" y="1634400"/>
            <a:ext cx="7896240" cy="3267000"/>
          </a:xfrm>
          <a:prstGeom prst="rect">
            <a:avLst/>
          </a:prstGeom>
          <a:noFill/>
          <a:ln w="0">
            <a:noFill/>
          </a:ln>
        </p:spPr>
        <p:style>
          <a:lnRef idx="0"/>
          <a:fillRef idx="0"/>
          <a:effectRef idx="0"/>
          <a:fontRef idx="minor"/>
        </p:style>
        <p:txBody>
          <a:bodyPr lIns="90000" rIns="90000" tIns="91440" bIns="91440" anchor="t">
            <a:spAutoFit/>
          </a:bodyPr>
          <a:p>
            <a:pPr marL="457200" indent="-321840">
              <a:lnSpc>
                <a:spcPct val="150000"/>
              </a:lnSpc>
              <a:buClr>
                <a:srgbClr val="de4c36"/>
              </a:buClr>
              <a:buFont typeface="Poppins"/>
              <a:buChar char="●"/>
            </a:pPr>
            <a:r>
              <a:rPr b="0" lang="en" sz="1500" spc="-1" strike="noStrike">
                <a:solidFill>
                  <a:srgbClr val="000000"/>
                </a:solidFill>
                <a:latin typeface="Poppins"/>
                <a:ea typeface="Poppins"/>
              </a:rPr>
              <a:t>Open-source and </a:t>
            </a:r>
            <a:r>
              <a:rPr b="0" lang="en" sz="1500" spc="-1" strike="noStrike">
                <a:solidFill>
                  <a:srgbClr val="de4c36"/>
                </a:solidFill>
                <a:latin typeface="Poppins"/>
                <a:ea typeface="Poppins"/>
              </a:rPr>
              <a:t>free</a:t>
            </a:r>
            <a:r>
              <a:rPr b="0" lang="en" sz="1500" spc="-1" strike="noStrike">
                <a:solidFill>
                  <a:srgbClr val="000000"/>
                </a:solidFill>
                <a:latin typeface="Poppins"/>
                <a:ea typeface="Poppins"/>
              </a:rPr>
              <a:t>, even for commercial use.</a:t>
            </a:r>
            <a:endParaRPr b="0" lang="en-US" sz="1500" spc="-1" strike="noStrike">
              <a:solidFill>
                <a:srgbClr val="000000"/>
              </a:solidFill>
              <a:latin typeface="Arial"/>
            </a:endParaRPr>
          </a:p>
          <a:p>
            <a:pPr marL="457200" indent="-321840">
              <a:lnSpc>
                <a:spcPct val="150000"/>
              </a:lnSpc>
              <a:buClr>
                <a:srgbClr val="de4c36"/>
              </a:buClr>
              <a:buFont typeface="Poppins"/>
              <a:buChar char="●"/>
            </a:pPr>
            <a:r>
              <a:rPr b="0" lang="en" sz="1500" spc="-1" strike="noStrike">
                <a:solidFill>
                  <a:srgbClr val="000000"/>
                </a:solidFill>
                <a:latin typeface="Poppins"/>
                <a:ea typeface="Poppins"/>
              </a:rPr>
              <a:t>Reliable, </a:t>
            </a:r>
            <a:r>
              <a:rPr b="0" lang="en" sz="1500" spc="-1" strike="noStrike">
                <a:solidFill>
                  <a:srgbClr val="de4c36"/>
                </a:solidFill>
                <a:latin typeface="Poppins"/>
                <a:ea typeface="Poppins"/>
              </a:rPr>
              <a:t>stable</a:t>
            </a:r>
            <a:r>
              <a:rPr b="0" lang="en" sz="1500" spc="-1" strike="noStrike">
                <a:solidFill>
                  <a:srgbClr val="000000"/>
                </a:solidFill>
                <a:latin typeface="Poppins"/>
                <a:ea typeface="Poppins"/>
              </a:rPr>
              <a:t> software.</a:t>
            </a:r>
            <a:endParaRPr b="0" lang="en-US" sz="1500" spc="-1" strike="noStrike">
              <a:solidFill>
                <a:srgbClr val="000000"/>
              </a:solidFill>
              <a:latin typeface="Arial"/>
            </a:endParaRPr>
          </a:p>
          <a:p>
            <a:pPr marL="457200" indent="-321840">
              <a:lnSpc>
                <a:spcPct val="150000"/>
              </a:lnSpc>
              <a:buClr>
                <a:srgbClr val="de4c36"/>
              </a:buClr>
              <a:buFont typeface="Poppins"/>
              <a:buChar char="●"/>
            </a:pPr>
            <a:r>
              <a:rPr b="0" lang="en" sz="1500" spc="-1" strike="noStrike">
                <a:solidFill>
                  <a:srgbClr val="000000"/>
                </a:solidFill>
                <a:latin typeface="Poppins"/>
                <a:ea typeface="Poppins"/>
              </a:rPr>
              <a:t>Frequently updated </a:t>
            </a:r>
            <a:r>
              <a:rPr b="0" lang="en" sz="1500" spc="-1" strike="noStrike">
                <a:solidFill>
                  <a:srgbClr val="de4c36"/>
                </a:solidFill>
                <a:latin typeface="Poppins"/>
                <a:ea typeface="Poppins"/>
              </a:rPr>
              <a:t>security</a:t>
            </a:r>
            <a:r>
              <a:rPr b="0" lang="en" sz="1500" spc="-1" strike="noStrike">
                <a:solidFill>
                  <a:srgbClr val="000000"/>
                </a:solidFill>
                <a:latin typeface="Poppins"/>
                <a:ea typeface="Poppins"/>
              </a:rPr>
              <a:t> patches.</a:t>
            </a:r>
            <a:endParaRPr b="0" lang="en-US" sz="1500" spc="-1" strike="noStrike">
              <a:solidFill>
                <a:srgbClr val="000000"/>
              </a:solidFill>
              <a:latin typeface="Arial"/>
            </a:endParaRPr>
          </a:p>
          <a:p>
            <a:pPr marL="457200" indent="-321840">
              <a:lnSpc>
                <a:spcPct val="150000"/>
              </a:lnSpc>
              <a:buClr>
                <a:srgbClr val="de4c36"/>
              </a:buClr>
              <a:buFont typeface="Poppins"/>
              <a:buChar char="●"/>
            </a:pPr>
            <a:r>
              <a:rPr b="0" lang="en" sz="1500" spc="-1" strike="noStrike">
                <a:solidFill>
                  <a:srgbClr val="de4c36"/>
                </a:solidFill>
                <a:latin typeface="Poppins"/>
                <a:ea typeface="Poppins"/>
              </a:rPr>
              <a:t>Flexible</a:t>
            </a:r>
            <a:r>
              <a:rPr b="0" lang="en" sz="1500" spc="-1" strike="noStrike">
                <a:solidFill>
                  <a:srgbClr val="000000"/>
                </a:solidFill>
                <a:latin typeface="Poppins"/>
                <a:ea typeface="Poppins"/>
              </a:rPr>
              <a:t> due to its module-based structure.</a:t>
            </a:r>
            <a:endParaRPr b="0" lang="en-US" sz="1500" spc="-1" strike="noStrike">
              <a:solidFill>
                <a:srgbClr val="000000"/>
              </a:solidFill>
              <a:latin typeface="Arial"/>
            </a:endParaRPr>
          </a:p>
          <a:p>
            <a:pPr marL="457200" indent="-321840">
              <a:lnSpc>
                <a:spcPct val="150000"/>
              </a:lnSpc>
              <a:buClr>
                <a:srgbClr val="de4c36"/>
              </a:buClr>
              <a:buFont typeface="Poppins"/>
              <a:buChar char="●"/>
            </a:pPr>
            <a:r>
              <a:rPr b="0" lang="en" sz="1500" spc="-1" strike="noStrike">
                <a:solidFill>
                  <a:srgbClr val="000000"/>
                </a:solidFill>
                <a:latin typeface="Poppins"/>
                <a:ea typeface="Poppins"/>
              </a:rPr>
              <a:t>Easy to configure, </a:t>
            </a:r>
            <a:r>
              <a:rPr b="0" lang="en" sz="1500" spc="-1" strike="noStrike">
                <a:solidFill>
                  <a:srgbClr val="de4c36"/>
                </a:solidFill>
                <a:latin typeface="Poppins"/>
                <a:ea typeface="Poppins"/>
              </a:rPr>
              <a:t>beginner-friendly</a:t>
            </a:r>
            <a:r>
              <a:rPr b="0" lang="en" sz="1500" spc="-1" strike="noStrike">
                <a:solidFill>
                  <a:srgbClr val="000000"/>
                </a:solidFill>
                <a:latin typeface="Poppins"/>
                <a:ea typeface="Poppins"/>
              </a:rPr>
              <a:t>.</a:t>
            </a:r>
            <a:endParaRPr b="0" lang="en-US" sz="1500" spc="-1" strike="noStrike">
              <a:solidFill>
                <a:srgbClr val="000000"/>
              </a:solidFill>
              <a:latin typeface="Arial"/>
            </a:endParaRPr>
          </a:p>
          <a:p>
            <a:pPr marL="457200" indent="-321840">
              <a:lnSpc>
                <a:spcPct val="150000"/>
              </a:lnSpc>
              <a:buClr>
                <a:srgbClr val="de4c36"/>
              </a:buClr>
              <a:buFont typeface="Poppins"/>
              <a:buChar char="●"/>
            </a:pPr>
            <a:r>
              <a:rPr b="0" lang="en" sz="1500" spc="-1" strike="noStrike">
                <a:solidFill>
                  <a:srgbClr val="de4c36"/>
                </a:solidFill>
                <a:latin typeface="Poppins"/>
                <a:ea typeface="Poppins"/>
              </a:rPr>
              <a:t>Cross-platform</a:t>
            </a:r>
            <a:r>
              <a:rPr b="0" lang="en" sz="1500" spc="-1" strike="noStrike">
                <a:solidFill>
                  <a:srgbClr val="000000"/>
                </a:solidFill>
                <a:latin typeface="Poppins"/>
                <a:ea typeface="Poppins"/>
              </a:rPr>
              <a:t> (works on both Unix and Windows servers).</a:t>
            </a:r>
            <a:endParaRPr b="0" lang="en-US" sz="1500" spc="-1" strike="noStrike">
              <a:solidFill>
                <a:srgbClr val="000000"/>
              </a:solidFill>
              <a:latin typeface="Arial"/>
            </a:endParaRPr>
          </a:p>
          <a:p>
            <a:pPr marL="457200" indent="-321840">
              <a:lnSpc>
                <a:spcPct val="150000"/>
              </a:lnSpc>
              <a:buClr>
                <a:srgbClr val="de4c36"/>
              </a:buClr>
              <a:buFont typeface="Poppins"/>
              <a:buChar char="●"/>
            </a:pPr>
            <a:r>
              <a:rPr b="0" lang="en" sz="1500" spc="-1" strike="noStrike">
                <a:solidFill>
                  <a:srgbClr val="000000"/>
                </a:solidFill>
                <a:latin typeface="Poppins"/>
                <a:ea typeface="Poppins"/>
              </a:rPr>
              <a:t>Optimal deliverability for </a:t>
            </a:r>
            <a:r>
              <a:rPr b="0" lang="en" sz="1500" spc="-1" strike="noStrike">
                <a:solidFill>
                  <a:srgbClr val="de4c36"/>
                </a:solidFill>
                <a:latin typeface="Poppins"/>
                <a:ea typeface="Poppins"/>
              </a:rPr>
              <a:t>static files</a:t>
            </a:r>
            <a:r>
              <a:rPr b="0" lang="en" sz="1500" spc="-1" strike="noStrike">
                <a:solidFill>
                  <a:srgbClr val="000000"/>
                </a:solidFill>
                <a:latin typeface="Poppins"/>
                <a:ea typeface="Poppins"/>
              </a:rPr>
              <a:t> and compatibility with any programming language (PHP, Python.. etc)</a:t>
            </a:r>
            <a:endParaRPr b="0" lang="en-US" sz="1500" spc="-1" strike="noStrike">
              <a:solidFill>
                <a:srgbClr val="000000"/>
              </a:solidFill>
              <a:latin typeface="Arial"/>
            </a:endParaRPr>
          </a:p>
          <a:p>
            <a:pPr marL="457200" indent="-321840">
              <a:lnSpc>
                <a:spcPct val="150000"/>
              </a:lnSpc>
              <a:buClr>
                <a:srgbClr val="de4c36"/>
              </a:buClr>
              <a:buFont typeface="Poppins"/>
              <a:buChar char="●"/>
            </a:pPr>
            <a:r>
              <a:rPr b="0" lang="en" sz="1500" spc="-1" strike="noStrike">
                <a:solidFill>
                  <a:srgbClr val="000000"/>
                </a:solidFill>
                <a:latin typeface="Poppins"/>
                <a:ea typeface="Poppins"/>
              </a:rPr>
              <a:t>Huge community and easily available </a:t>
            </a:r>
            <a:r>
              <a:rPr b="0" lang="en" sz="1500" spc="-1" strike="noStrike">
                <a:solidFill>
                  <a:srgbClr val="de4c36"/>
                </a:solidFill>
                <a:latin typeface="Poppins"/>
                <a:ea typeface="Poppins"/>
              </a:rPr>
              <a:t>support</a:t>
            </a:r>
            <a:r>
              <a:rPr b="0" lang="en" sz="1500" spc="-1" strike="noStrike">
                <a:solidFill>
                  <a:srgbClr val="000000"/>
                </a:solidFill>
                <a:latin typeface="Poppins"/>
                <a:ea typeface="Poppins"/>
              </a:rPr>
              <a:t> in case of any problem.</a:t>
            </a:r>
            <a:endParaRPr b="0" lang="en-US" sz="1500" spc="-1" strike="noStrike">
              <a:solidFill>
                <a:srgbClr val="000000"/>
              </a:solidFill>
              <a:latin typeface="Arial"/>
            </a:endParaRPr>
          </a:p>
        </p:txBody>
      </p:sp>
      <p:pic>
        <p:nvPicPr>
          <p:cNvPr id="319" name="Google Shape;474;p55" descr=""/>
          <p:cNvPicPr/>
          <p:nvPr/>
        </p:nvPicPr>
        <p:blipFill>
          <a:blip r:embed="rId1"/>
          <a:srcRect l="49779" t="0" r="0" b="0"/>
          <a:stretch/>
        </p:blipFill>
        <p:spPr>
          <a:xfrm>
            <a:off x="6936480" y="454320"/>
            <a:ext cx="1226880" cy="1219680"/>
          </a:xfrm>
          <a:prstGeom prst="rect">
            <a:avLst/>
          </a:prstGeom>
          <a:ln w="0">
            <a:noFill/>
          </a:ln>
        </p:spPr>
      </p:pic>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0" name="CustomShape 1"/>
          <p:cNvSpPr/>
          <p:nvPr/>
        </p:nvSpPr>
        <p:spPr>
          <a:xfrm>
            <a:off x="720000" y="972360"/>
            <a:ext cx="5281560" cy="269280"/>
          </a:xfrm>
          <a:prstGeom prst="roundRect">
            <a:avLst>
              <a:gd name="adj" fmla="val 50000"/>
            </a:avLst>
          </a:prstGeom>
          <a:solidFill>
            <a:srgbClr val="f77967"/>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321" name="CustomShape 2"/>
          <p:cNvSpPr/>
          <p:nvPr/>
        </p:nvSpPr>
        <p:spPr>
          <a:xfrm>
            <a:off x="680040" y="534600"/>
            <a:ext cx="7700760" cy="609480"/>
          </a:xfrm>
          <a:prstGeom prst="rect">
            <a:avLst/>
          </a:prstGeom>
          <a:noFill/>
          <a:ln w="0">
            <a:noFill/>
          </a:ln>
        </p:spPr>
        <p:style>
          <a:lnRef idx="0"/>
          <a:fillRef idx="0"/>
          <a:effectRef idx="0"/>
          <a:fontRef idx="minor"/>
        </p:style>
        <p:txBody>
          <a:bodyPr lIns="90000" rIns="90000" tIns="91440" bIns="91440" anchor="t">
            <a:noAutofit/>
          </a:bodyPr>
          <a:p>
            <a:pPr>
              <a:lnSpc>
                <a:spcPct val="100000"/>
              </a:lnSpc>
            </a:pPr>
            <a:r>
              <a:rPr b="0" lang="en" sz="3200" spc="-1" strike="noStrike">
                <a:solidFill>
                  <a:srgbClr val="263238"/>
                </a:solidFill>
                <a:latin typeface="Poppins Black"/>
                <a:ea typeface="Poppins Black"/>
              </a:rPr>
              <a:t>Apache Cons</a:t>
            </a:r>
            <a:endParaRPr b="0" lang="en-US" sz="3200" spc="-1" strike="noStrike">
              <a:solidFill>
                <a:srgbClr val="000000"/>
              </a:solidFill>
              <a:latin typeface="Arial"/>
            </a:endParaRPr>
          </a:p>
        </p:txBody>
      </p:sp>
      <p:sp>
        <p:nvSpPr>
          <p:cNvPr id="322" name="CustomShape 3"/>
          <p:cNvSpPr/>
          <p:nvPr/>
        </p:nvSpPr>
        <p:spPr>
          <a:xfrm>
            <a:off x="484200" y="1882080"/>
            <a:ext cx="7896240" cy="867960"/>
          </a:xfrm>
          <a:prstGeom prst="rect">
            <a:avLst/>
          </a:prstGeom>
          <a:noFill/>
          <a:ln w="0">
            <a:noFill/>
          </a:ln>
        </p:spPr>
        <p:style>
          <a:lnRef idx="0"/>
          <a:fillRef idx="0"/>
          <a:effectRef idx="0"/>
          <a:fontRef idx="minor"/>
        </p:style>
        <p:txBody>
          <a:bodyPr lIns="90000" rIns="90000" tIns="91440" bIns="91440" anchor="t">
            <a:spAutoFit/>
          </a:bodyPr>
          <a:p>
            <a:pPr marL="457200" indent="-321840">
              <a:lnSpc>
                <a:spcPct val="150000"/>
              </a:lnSpc>
              <a:buClr>
                <a:srgbClr val="de4c36"/>
              </a:buClr>
              <a:buFont typeface="Poppins"/>
              <a:buChar char="●"/>
            </a:pPr>
            <a:r>
              <a:rPr b="0" lang="en" sz="1500" spc="-1" strike="noStrike">
                <a:solidFill>
                  <a:srgbClr val="de4c36"/>
                </a:solidFill>
                <a:latin typeface="Poppins"/>
                <a:ea typeface="Poppins"/>
              </a:rPr>
              <a:t>Performance</a:t>
            </a:r>
            <a:r>
              <a:rPr b="0" lang="en" sz="1500" spc="-1" strike="noStrike">
                <a:solidFill>
                  <a:srgbClr val="000000"/>
                </a:solidFill>
                <a:latin typeface="Poppins"/>
                <a:ea typeface="Poppins"/>
              </a:rPr>
              <a:t> </a:t>
            </a:r>
            <a:r>
              <a:rPr b="0" lang="en" sz="1500" spc="-1" strike="noStrike">
                <a:solidFill>
                  <a:srgbClr val="de4c36"/>
                </a:solidFill>
                <a:latin typeface="Poppins"/>
                <a:ea typeface="Poppins"/>
              </a:rPr>
              <a:t>problems</a:t>
            </a:r>
            <a:r>
              <a:rPr b="0" lang="en" sz="1500" spc="-1" strike="noStrike">
                <a:solidFill>
                  <a:srgbClr val="000000"/>
                </a:solidFill>
                <a:latin typeface="Poppins"/>
                <a:ea typeface="Poppins"/>
              </a:rPr>
              <a:t> on extremely traffic-heavy websites.</a:t>
            </a:r>
            <a:endParaRPr b="0" lang="en-US" sz="1500" spc="-1" strike="noStrike">
              <a:solidFill>
                <a:srgbClr val="000000"/>
              </a:solidFill>
              <a:latin typeface="Arial"/>
            </a:endParaRPr>
          </a:p>
          <a:p>
            <a:pPr marL="457200" indent="-321840">
              <a:lnSpc>
                <a:spcPct val="150000"/>
              </a:lnSpc>
              <a:buClr>
                <a:srgbClr val="de4c36"/>
              </a:buClr>
              <a:buFont typeface="Poppins"/>
              <a:buChar char="●"/>
            </a:pPr>
            <a:r>
              <a:rPr b="0" lang="en" sz="1500" spc="-1" strike="noStrike">
                <a:solidFill>
                  <a:srgbClr val="000000"/>
                </a:solidFill>
                <a:latin typeface="Poppins"/>
                <a:ea typeface="Poppins"/>
              </a:rPr>
              <a:t>Too many configuration options can lead to</a:t>
            </a:r>
            <a:r>
              <a:rPr b="0" lang="en" sz="1500" spc="-1" strike="noStrike">
                <a:solidFill>
                  <a:srgbClr val="de4c36"/>
                </a:solidFill>
                <a:latin typeface="Poppins"/>
                <a:ea typeface="Poppins"/>
              </a:rPr>
              <a:t> security vulnerabilities</a:t>
            </a:r>
            <a:r>
              <a:rPr b="0" lang="en" sz="1500" spc="-1" strike="noStrike">
                <a:solidFill>
                  <a:srgbClr val="000000"/>
                </a:solidFill>
                <a:latin typeface="Poppins"/>
                <a:ea typeface="Poppins"/>
              </a:rPr>
              <a:t>.</a:t>
            </a:r>
            <a:endParaRPr b="0" lang="en-US" sz="1500" spc="-1" strike="noStrike">
              <a:solidFill>
                <a:srgbClr val="000000"/>
              </a:solidFill>
              <a:latin typeface="Arial"/>
            </a:endParaRPr>
          </a:p>
        </p:txBody>
      </p:sp>
      <p:pic>
        <p:nvPicPr>
          <p:cNvPr id="323" name="Google Shape;482;p56" descr=""/>
          <p:cNvPicPr/>
          <p:nvPr/>
        </p:nvPicPr>
        <p:blipFill>
          <a:blip r:embed="rId1"/>
          <a:srcRect l="0" t="0" r="50040" b="0"/>
          <a:stretch/>
        </p:blipFill>
        <p:spPr>
          <a:xfrm>
            <a:off x="6950520" y="458280"/>
            <a:ext cx="1197360" cy="1196280"/>
          </a:xfrm>
          <a:prstGeom prst="rect">
            <a:avLst/>
          </a:prstGeom>
          <a:ln w="0">
            <a:noFill/>
          </a:ln>
        </p:spPr>
      </p:pic>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4" name="CustomShape 1"/>
          <p:cNvSpPr/>
          <p:nvPr/>
        </p:nvSpPr>
        <p:spPr>
          <a:xfrm>
            <a:off x="1508760" y="2097720"/>
            <a:ext cx="3317400" cy="269280"/>
          </a:xfrm>
          <a:prstGeom prst="roundRect">
            <a:avLst>
              <a:gd name="adj" fmla="val 50000"/>
            </a:avLst>
          </a:prstGeom>
          <a:solidFill>
            <a:srgbClr val="de4c36">
              <a:alpha val="51000"/>
            </a:srgbClr>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325" name="CustomShape 2"/>
          <p:cNvSpPr/>
          <p:nvPr/>
        </p:nvSpPr>
        <p:spPr>
          <a:xfrm>
            <a:off x="1452600" y="1643040"/>
            <a:ext cx="4188240" cy="721800"/>
          </a:xfrm>
          <a:prstGeom prst="rect">
            <a:avLst/>
          </a:prstGeom>
          <a:noFill/>
          <a:ln w="0">
            <a:noFill/>
          </a:ln>
        </p:spPr>
        <p:style>
          <a:lnRef idx="0"/>
          <a:fillRef idx="0"/>
          <a:effectRef idx="0"/>
          <a:fontRef idx="minor"/>
        </p:style>
        <p:txBody>
          <a:bodyPr lIns="90000" rIns="90000" tIns="91440" bIns="91440" anchor="t">
            <a:noAutofit/>
          </a:bodyPr>
          <a:p>
            <a:pPr>
              <a:lnSpc>
                <a:spcPct val="100000"/>
              </a:lnSpc>
            </a:pPr>
            <a:r>
              <a:rPr b="0" lang="en" sz="4000" spc="-1" strike="noStrike">
                <a:solidFill>
                  <a:srgbClr val="263238"/>
                </a:solidFill>
                <a:latin typeface="Poppins Black"/>
                <a:ea typeface="Poppins Black"/>
              </a:rPr>
              <a:t>Apache Components</a:t>
            </a:r>
            <a:endParaRPr b="0" lang="en-US" sz="4000" spc="-1" strike="noStrike">
              <a:solidFill>
                <a:srgbClr val="000000"/>
              </a:solidFill>
              <a:latin typeface="Arial"/>
            </a:endParaRPr>
          </a:p>
        </p:txBody>
      </p:sp>
      <p:grpSp>
        <p:nvGrpSpPr>
          <p:cNvPr id="326" name="Group 3"/>
          <p:cNvGrpSpPr/>
          <p:nvPr/>
        </p:nvGrpSpPr>
        <p:grpSpPr>
          <a:xfrm>
            <a:off x="5500800" y="433800"/>
            <a:ext cx="3201840" cy="3139920"/>
            <a:chOff x="5500800" y="433800"/>
            <a:chExt cx="3201840" cy="3139920"/>
          </a:xfrm>
        </p:grpSpPr>
        <p:sp>
          <p:nvSpPr>
            <p:cNvPr id="327" name="CustomShape 4"/>
            <p:cNvSpPr/>
            <p:nvPr/>
          </p:nvSpPr>
          <p:spPr>
            <a:xfrm>
              <a:off x="5562720" y="433800"/>
              <a:ext cx="3139920" cy="3139920"/>
            </a:xfrm>
            <a:prstGeom prst="ellipse">
              <a:avLst/>
            </a:prstGeom>
            <a:solidFill>
              <a:srgbClr val="ffffff"/>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grpSp>
          <p:nvGrpSpPr>
            <p:cNvPr id="328" name="Group 5"/>
            <p:cNvGrpSpPr/>
            <p:nvPr/>
          </p:nvGrpSpPr>
          <p:grpSpPr>
            <a:xfrm>
              <a:off x="5500800" y="540000"/>
              <a:ext cx="2919960" cy="2851560"/>
              <a:chOff x="5500800" y="540000"/>
              <a:chExt cx="2919960" cy="2851560"/>
            </a:xfrm>
          </p:grpSpPr>
          <p:sp>
            <p:nvSpPr>
              <p:cNvPr id="329" name="CustomShape 6"/>
              <p:cNvSpPr/>
              <p:nvPr/>
            </p:nvSpPr>
            <p:spPr>
              <a:xfrm>
                <a:off x="7018560" y="3226320"/>
                <a:ext cx="280440" cy="99720"/>
              </a:xfrm>
              <a:custGeom>
                <a:avLst/>
                <a:gdLst>
                  <a:gd name="textAreaLeft" fmla="*/ 0 w 280440"/>
                  <a:gd name="textAreaRight" fmla="*/ 281520 w 280440"/>
                  <a:gd name="textAreaTop" fmla="*/ 0 h 99720"/>
                  <a:gd name="textAreaBottom" fmla="*/ 100800 h 99720"/>
                </a:gdLst>
                <a:ahLst/>
                <a:rect l="textAreaLeft" t="textAreaTop" r="textAreaRight" b="textAreaBottom"/>
                <a:pathLst>
                  <a:path w="6072" h="2203">
                    <a:moveTo>
                      <a:pt x="5938" y="1"/>
                    </a:moveTo>
                    <a:lnTo>
                      <a:pt x="1" y="1802"/>
                    </a:lnTo>
                    <a:lnTo>
                      <a:pt x="134" y="2202"/>
                    </a:lnTo>
                    <a:lnTo>
                      <a:pt x="6072" y="401"/>
                    </a:lnTo>
                    <a:lnTo>
                      <a:pt x="5938" y="1"/>
                    </a:lnTo>
                    <a:close/>
                  </a:path>
                </a:pathLst>
              </a:custGeom>
              <a:solidFill>
                <a:srgbClr val="de4c36"/>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330" name="CustomShape 7"/>
              <p:cNvSpPr/>
              <p:nvPr/>
            </p:nvSpPr>
            <p:spPr>
              <a:xfrm>
                <a:off x="7376760" y="3157920"/>
                <a:ext cx="149400" cy="60480"/>
              </a:xfrm>
              <a:custGeom>
                <a:avLst/>
                <a:gdLst>
                  <a:gd name="textAreaLeft" fmla="*/ 0 w 149400"/>
                  <a:gd name="textAreaRight" fmla="*/ 150480 w 149400"/>
                  <a:gd name="textAreaTop" fmla="*/ 0 h 60480"/>
                  <a:gd name="textAreaBottom" fmla="*/ 61560 h 60480"/>
                </a:gdLst>
                <a:ahLst/>
                <a:rect l="textAreaLeft" t="textAreaTop" r="textAreaRight" b="textAreaBottom"/>
                <a:pathLst>
                  <a:path w="3270" h="1368">
                    <a:moveTo>
                      <a:pt x="3170" y="0"/>
                    </a:moveTo>
                    <a:lnTo>
                      <a:pt x="1" y="967"/>
                    </a:lnTo>
                    <a:lnTo>
                      <a:pt x="101" y="1368"/>
                    </a:lnTo>
                    <a:lnTo>
                      <a:pt x="3270" y="400"/>
                    </a:lnTo>
                    <a:lnTo>
                      <a:pt x="3170" y="0"/>
                    </a:lnTo>
                    <a:close/>
                  </a:path>
                </a:pathLst>
              </a:custGeom>
              <a:solidFill>
                <a:srgbClr val="de4c36"/>
              </a:solidFill>
              <a:ln w="0">
                <a:noFill/>
              </a:ln>
            </p:spPr>
            <p:style>
              <a:lnRef idx="0"/>
              <a:fillRef idx="0"/>
              <a:effectRef idx="0"/>
              <a:fontRef idx="minor"/>
            </p:style>
            <p:txBody>
              <a:bodyPr lIns="90000" rIns="90000" tIns="16560" bIns="16560" anchor="t">
                <a:noAutofit/>
              </a:bodyPr>
              <a:p>
                <a:pPr>
                  <a:lnSpc>
                    <a:spcPct val="100000"/>
                  </a:lnSpc>
                </a:pPr>
                <a:endParaRPr b="0" lang="en-US" sz="1800" spc="-1" strike="noStrike">
                  <a:solidFill>
                    <a:srgbClr val="ffffff"/>
                  </a:solidFill>
                  <a:latin typeface="Arial"/>
                  <a:ea typeface="DejaVu Sans"/>
                </a:endParaRPr>
              </a:p>
            </p:txBody>
          </p:sp>
          <p:sp>
            <p:nvSpPr>
              <p:cNvPr id="331" name="CustomShape 8"/>
              <p:cNvSpPr/>
              <p:nvPr/>
            </p:nvSpPr>
            <p:spPr>
              <a:xfrm>
                <a:off x="6152400" y="1816200"/>
                <a:ext cx="1744920" cy="1575360"/>
              </a:xfrm>
              <a:custGeom>
                <a:avLst/>
                <a:gdLst>
                  <a:gd name="textAreaLeft" fmla="*/ 0 w 1744920"/>
                  <a:gd name="textAreaRight" fmla="*/ 1746000 w 1744920"/>
                  <a:gd name="textAreaTop" fmla="*/ 0 h 1575360"/>
                  <a:gd name="textAreaBottom" fmla="*/ 1576440 h 1575360"/>
                </a:gdLst>
                <a:ahLst/>
                <a:rect l="textAreaLeft" t="textAreaTop" r="textAreaRight" b="textAreaBottom"/>
                <a:pathLst>
                  <a:path w="37427" h="33792">
                    <a:moveTo>
                      <a:pt x="29922" y="1"/>
                    </a:moveTo>
                    <a:lnTo>
                      <a:pt x="0" y="9107"/>
                    </a:lnTo>
                    <a:lnTo>
                      <a:pt x="7506" y="33791"/>
                    </a:lnTo>
                    <a:lnTo>
                      <a:pt x="37427" y="24652"/>
                    </a:lnTo>
                    <a:lnTo>
                      <a:pt x="29922" y="1"/>
                    </a:lnTo>
                    <a:close/>
                  </a:path>
                </a:pathLst>
              </a:custGeom>
              <a:solidFill>
                <a:srgbClr val="de4c36">
                  <a:alpha val="51000"/>
                </a:srgbClr>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332" name="CustomShape 9"/>
              <p:cNvSpPr/>
              <p:nvPr/>
            </p:nvSpPr>
            <p:spPr>
              <a:xfrm>
                <a:off x="7549920" y="1657440"/>
                <a:ext cx="870840" cy="1308600"/>
              </a:xfrm>
              <a:custGeom>
                <a:avLst/>
                <a:gdLst>
                  <a:gd name="textAreaLeft" fmla="*/ 0 w 870840"/>
                  <a:gd name="textAreaRight" fmla="*/ 871920 w 870840"/>
                  <a:gd name="textAreaTop" fmla="*/ 0 h 1308600"/>
                  <a:gd name="textAreaBottom" fmla="*/ 1309680 h 1308600"/>
                </a:gdLst>
                <a:ahLst/>
                <a:rect l="textAreaLeft" t="textAreaTop" r="textAreaRight" b="textAreaBottom"/>
                <a:pathLst>
                  <a:path w="18714" h="28087">
                    <a:moveTo>
                      <a:pt x="11175" y="0"/>
                    </a:moveTo>
                    <a:lnTo>
                      <a:pt x="1" y="3403"/>
                    </a:lnTo>
                    <a:lnTo>
                      <a:pt x="7506" y="28087"/>
                    </a:lnTo>
                    <a:lnTo>
                      <a:pt x="18714" y="24651"/>
                    </a:lnTo>
                    <a:lnTo>
                      <a:pt x="11175" y="0"/>
                    </a:lnTo>
                    <a:close/>
                  </a:path>
                </a:pathLst>
              </a:custGeom>
              <a:solidFill>
                <a:srgbClr val="80ed99"/>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333" name="CustomShape 10"/>
              <p:cNvSpPr/>
              <p:nvPr/>
            </p:nvSpPr>
            <p:spPr>
              <a:xfrm>
                <a:off x="7549920" y="1657440"/>
                <a:ext cx="870840" cy="1308600"/>
              </a:xfrm>
              <a:custGeom>
                <a:avLst/>
                <a:gdLst>
                  <a:gd name="textAreaLeft" fmla="*/ 0 w 870840"/>
                  <a:gd name="textAreaRight" fmla="*/ 871920 w 870840"/>
                  <a:gd name="textAreaTop" fmla="*/ 0 h 1308600"/>
                  <a:gd name="textAreaBottom" fmla="*/ 1309680 h 1308600"/>
                </a:gdLst>
                <a:ahLst/>
                <a:rect l="textAreaLeft" t="textAreaTop" r="textAreaRight" b="textAreaBottom"/>
                <a:pathLst>
                  <a:path w="18714" h="28087">
                    <a:moveTo>
                      <a:pt x="11175" y="0"/>
                    </a:moveTo>
                    <a:lnTo>
                      <a:pt x="1" y="3403"/>
                    </a:lnTo>
                    <a:lnTo>
                      <a:pt x="7506" y="28087"/>
                    </a:lnTo>
                    <a:lnTo>
                      <a:pt x="18714" y="24651"/>
                    </a:lnTo>
                    <a:lnTo>
                      <a:pt x="11175" y="0"/>
                    </a:lnTo>
                    <a:close/>
                  </a:path>
                </a:pathLst>
              </a:custGeom>
              <a:solidFill>
                <a:srgbClr val="de4c36"/>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334" name="CustomShape 11"/>
              <p:cNvSpPr/>
              <p:nvPr/>
            </p:nvSpPr>
            <p:spPr>
              <a:xfrm>
                <a:off x="7395480" y="2279160"/>
                <a:ext cx="750960" cy="554760"/>
              </a:xfrm>
              <a:custGeom>
                <a:avLst/>
                <a:gdLst>
                  <a:gd name="textAreaLeft" fmla="*/ 0 w 750960"/>
                  <a:gd name="textAreaRight" fmla="*/ 752040 w 750960"/>
                  <a:gd name="textAreaTop" fmla="*/ 0 h 554760"/>
                  <a:gd name="textAreaBottom" fmla="*/ 555840 h 554760"/>
                </a:gdLst>
                <a:ahLst/>
                <a:rect l="textAreaLeft" t="textAreaTop" r="textAreaRight" b="textAreaBottom"/>
                <a:pathLst>
                  <a:path w="16146" h="11943">
                    <a:moveTo>
                      <a:pt x="13810" y="1"/>
                    </a:moveTo>
                    <a:lnTo>
                      <a:pt x="0" y="4170"/>
                    </a:lnTo>
                    <a:lnTo>
                      <a:pt x="2335" y="11943"/>
                    </a:lnTo>
                    <a:lnTo>
                      <a:pt x="16145" y="7773"/>
                    </a:lnTo>
                    <a:lnTo>
                      <a:pt x="13810" y="1"/>
                    </a:lnTo>
                    <a:close/>
                  </a:path>
                </a:pathLst>
              </a:custGeom>
              <a:solidFill>
                <a:srgbClr val="1a2327">
                  <a:alpha val="13000"/>
                </a:srgbClr>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335" name="CustomShape 12"/>
              <p:cNvSpPr/>
              <p:nvPr/>
            </p:nvSpPr>
            <p:spPr>
              <a:xfrm>
                <a:off x="6354720" y="2275920"/>
                <a:ext cx="313200" cy="313200"/>
              </a:xfrm>
              <a:custGeom>
                <a:avLst/>
                <a:gdLst>
                  <a:gd name="textAreaLeft" fmla="*/ 0 w 313200"/>
                  <a:gd name="textAreaRight" fmla="*/ 314280 w 313200"/>
                  <a:gd name="textAreaTop" fmla="*/ 0 h 313200"/>
                  <a:gd name="textAreaBottom" fmla="*/ 314280 h 313200"/>
                </a:gdLst>
                <a:ahLst/>
                <a:rect l="textAreaLeft" t="textAreaTop" r="textAreaRight" b="textAreaBottom"/>
                <a:pathLst>
                  <a:path w="6773" h="6773">
                    <a:moveTo>
                      <a:pt x="5204" y="1"/>
                    </a:moveTo>
                    <a:lnTo>
                      <a:pt x="1" y="1602"/>
                    </a:lnTo>
                    <a:lnTo>
                      <a:pt x="1602" y="6772"/>
                    </a:lnTo>
                    <a:lnTo>
                      <a:pt x="6772" y="5205"/>
                    </a:lnTo>
                    <a:lnTo>
                      <a:pt x="5204" y="1"/>
                    </a:lnTo>
                    <a:close/>
                  </a:path>
                </a:pathLst>
              </a:custGeom>
              <a:solidFill>
                <a:srgbClr val="1a2327">
                  <a:alpha val="13000"/>
                </a:srgbClr>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336" name="CustomShape 13"/>
              <p:cNvSpPr/>
              <p:nvPr/>
            </p:nvSpPr>
            <p:spPr>
              <a:xfrm>
                <a:off x="6652440" y="2185560"/>
                <a:ext cx="311760" cy="313200"/>
              </a:xfrm>
              <a:custGeom>
                <a:avLst/>
                <a:gdLst>
                  <a:gd name="textAreaLeft" fmla="*/ 0 w 311760"/>
                  <a:gd name="textAreaRight" fmla="*/ 312840 w 311760"/>
                  <a:gd name="textAreaTop" fmla="*/ 0 h 313200"/>
                  <a:gd name="textAreaBottom" fmla="*/ 314280 h 313200"/>
                </a:gdLst>
                <a:ahLst/>
                <a:rect l="textAreaLeft" t="textAreaTop" r="textAreaRight" b="textAreaBottom"/>
                <a:pathLst>
                  <a:path w="6740" h="6772">
                    <a:moveTo>
                      <a:pt x="5171" y="0"/>
                    </a:moveTo>
                    <a:lnTo>
                      <a:pt x="1" y="1601"/>
                    </a:lnTo>
                    <a:lnTo>
                      <a:pt x="1569" y="6772"/>
                    </a:lnTo>
                    <a:lnTo>
                      <a:pt x="6739" y="5204"/>
                    </a:lnTo>
                    <a:lnTo>
                      <a:pt x="5171" y="0"/>
                    </a:lnTo>
                    <a:close/>
                  </a:path>
                </a:pathLst>
              </a:custGeom>
              <a:solidFill>
                <a:srgbClr val="1a2327">
                  <a:alpha val="13000"/>
                </a:srgbClr>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337" name="CustomShape 14"/>
              <p:cNvSpPr/>
              <p:nvPr/>
            </p:nvSpPr>
            <p:spPr>
              <a:xfrm>
                <a:off x="6644520" y="612720"/>
                <a:ext cx="428400" cy="630360"/>
              </a:xfrm>
              <a:custGeom>
                <a:avLst/>
                <a:gdLst>
                  <a:gd name="textAreaLeft" fmla="*/ 0 w 428400"/>
                  <a:gd name="textAreaRight" fmla="*/ 429480 w 428400"/>
                  <a:gd name="textAreaTop" fmla="*/ 0 h 630360"/>
                  <a:gd name="textAreaBottom" fmla="*/ 631440 h 630360"/>
                </a:gdLst>
                <a:ahLst/>
                <a:rect l="textAreaLeft" t="textAreaTop" r="textAreaRight" b="textAreaBottom"/>
                <a:pathLst>
                  <a:path w="9241" h="13566">
                    <a:moveTo>
                      <a:pt x="4145" y="1"/>
                    </a:moveTo>
                    <a:cubicBezTo>
                      <a:pt x="3944" y="1"/>
                      <a:pt x="3740" y="17"/>
                      <a:pt x="3536" y="49"/>
                    </a:cubicBezTo>
                    <a:cubicBezTo>
                      <a:pt x="1434" y="383"/>
                      <a:pt x="0" y="2384"/>
                      <a:pt x="334" y="4486"/>
                    </a:cubicBezTo>
                    <a:lnTo>
                      <a:pt x="1268" y="10323"/>
                    </a:lnTo>
                    <a:cubicBezTo>
                      <a:pt x="1571" y="12234"/>
                      <a:pt x="3226" y="13566"/>
                      <a:pt x="5129" y="13566"/>
                    </a:cubicBezTo>
                    <a:cubicBezTo>
                      <a:pt x="5318" y="13566"/>
                      <a:pt x="5511" y="13553"/>
                      <a:pt x="5704" y="13525"/>
                    </a:cubicBezTo>
                    <a:cubicBezTo>
                      <a:pt x="7806" y="13159"/>
                      <a:pt x="9240" y="11190"/>
                      <a:pt x="8906" y="9089"/>
                    </a:cubicBezTo>
                    <a:lnTo>
                      <a:pt x="7972" y="3251"/>
                    </a:lnTo>
                    <a:cubicBezTo>
                      <a:pt x="7671" y="1354"/>
                      <a:pt x="6011" y="1"/>
                      <a:pt x="4145" y="1"/>
                    </a:cubicBezTo>
                    <a:close/>
                  </a:path>
                </a:pathLst>
              </a:custGeom>
              <a:solidFill>
                <a:srgbClr val="de4c36">
                  <a:alpha val="51000"/>
                </a:srgbClr>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338" name="CustomShape 15"/>
              <p:cNvSpPr/>
              <p:nvPr/>
            </p:nvSpPr>
            <p:spPr>
              <a:xfrm>
                <a:off x="6734880" y="806400"/>
                <a:ext cx="271440" cy="227880"/>
              </a:xfrm>
              <a:custGeom>
                <a:avLst/>
                <a:gdLst>
                  <a:gd name="textAreaLeft" fmla="*/ 0 w 271440"/>
                  <a:gd name="textAreaRight" fmla="*/ 272520 w 271440"/>
                  <a:gd name="textAreaTop" fmla="*/ 0 h 227880"/>
                  <a:gd name="textAreaBottom" fmla="*/ 228960 h 227880"/>
                </a:gdLst>
                <a:ahLst/>
                <a:rect l="textAreaLeft" t="textAreaTop" r="textAreaRight" b="textAreaBottom"/>
                <a:pathLst>
                  <a:path w="5884" h="4946">
                    <a:moveTo>
                      <a:pt x="2699" y="1"/>
                    </a:moveTo>
                    <a:cubicBezTo>
                      <a:pt x="2559" y="1"/>
                      <a:pt x="2416" y="13"/>
                      <a:pt x="2269" y="37"/>
                    </a:cubicBezTo>
                    <a:cubicBezTo>
                      <a:pt x="901" y="238"/>
                      <a:pt x="1" y="1539"/>
                      <a:pt x="201" y="2873"/>
                    </a:cubicBezTo>
                    <a:cubicBezTo>
                      <a:pt x="423" y="4183"/>
                      <a:pt x="1534" y="4946"/>
                      <a:pt x="2666" y="4946"/>
                    </a:cubicBezTo>
                    <a:cubicBezTo>
                      <a:pt x="3407" y="4946"/>
                      <a:pt x="4156" y="4619"/>
                      <a:pt x="4671" y="3907"/>
                    </a:cubicBezTo>
                    <a:cubicBezTo>
                      <a:pt x="5884" y="2258"/>
                      <a:pt x="4632" y="1"/>
                      <a:pt x="2699" y="1"/>
                    </a:cubicBezTo>
                    <a:close/>
                  </a:path>
                </a:pathLst>
              </a:custGeom>
              <a:solidFill>
                <a:srgbClr val="de4c36"/>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339" name="CustomShape 16"/>
              <p:cNvSpPr/>
              <p:nvPr/>
            </p:nvSpPr>
            <p:spPr>
              <a:xfrm>
                <a:off x="6778440" y="847440"/>
                <a:ext cx="174960" cy="147600"/>
              </a:xfrm>
              <a:custGeom>
                <a:avLst/>
                <a:gdLst>
                  <a:gd name="textAreaLeft" fmla="*/ 0 w 174960"/>
                  <a:gd name="textAreaRight" fmla="*/ 176040 w 174960"/>
                  <a:gd name="textAreaTop" fmla="*/ 0 h 147600"/>
                  <a:gd name="textAreaBottom" fmla="*/ 148680 h 147600"/>
                </a:gdLst>
                <a:ahLst/>
                <a:rect l="textAreaLeft" t="textAreaTop" r="textAreaRight" b="textAreaBottom"/>
                <a:pathLst>
                  <a:path w="3815" h="3230">
                    <a:moveTo>
                      <a:pt x="1748" y="1"/>
                    </a:moveTo>
                    <a:cubicBezTo>
                      <a:pt x="1657" y="1"/>
                      <a:pt x="1564" y="8"/>
                      <a:pt x="1469" y="24"/>
                    </a:cubicBezTo>
                    <a:cubicBezTo>
                      <a:pt x="601" y="157"/>
                      <a:pt x="1" y="991"/>
                      <a:pt x="134" y="1858"/>
                    </a:cubicBezTo>
                    <a:cubicBezTo>
                      <a:pt x="276" y="2728"/>
                      <a:pt x="994" y="3230"/>
                      <a:pt x="1731" y="3230"/>
                    </a:cubicBezTo>
                    <a:cubicBezTo>
                      <a:pt x="2209" y="3230"/>
                      <a:pt x="2695" y="3018"/>
                      <a:pt x="3036" y="2559"/>
                    </a:cubicBezTo>
                    <a:cubicBezTo>
                      <a:pt x="3815" y="1469"/>
                      <a:pt x="3023" y="1"/>
                      <a:pt x="1748" y="1"/>
                    </a:cubicBezTo>
                    <a:close/>
                  </a:path>
                </a:pathLst>
              </a:custGeom>
              <a:solidFill>
                <a:schemeClr val="dk1"/>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340" name="CustomShape 17"/>
              <p:cNvSpPr/>
              <p:nvPr/>
            </p:nvSpPr>
            <p:spPr>
              <a:xfrm>
                <a:off x="6855480" y="870840"/>
                <a:ext cx="47160" cy="42840"/>
              </a:xfrm>
              <a:custGeom>
                <a:avLst/>
                <a:gdLst>
                  <a:gd name="textAreaLeft" fmla="*/ 0 w 47160"/>
                  <a:gd name="textAreaRight" fmla="*/ 48240 w 47160"/>
                  <a:gd name="textAreaTop" fmla="*/ 0 h 42840"/>
                  <a:gd name="textAreaBottom" fmla="*/ 43920 h 42840"/>
                </a:gdLst>
                <a:ahLst/>
                <a:rect l="textAreaLeft" t="textAreaTop" r="textAreaRight" b="textAreaBottom"/>
                <a:pathLst>
                  <a:path w="1080" h="990">
                    <a:moveTo>
                      <a:pt x="548" y="1"/>
                    </a:moveTo>
                    <a:cubicBezTo>
                      <a:pt x="276" y="1"/>
                      <a:pt x="0" y="209"/>
                      <a:pt x="56" y="562"/>
                    </a:cubicBezTo>
                    <a:cubicBezTo>
                      <a:pt x="100" y="857"/>
                      <a:pt x="315" y="989"/>
                      <a:pt x="532" y="989"/>
                    </a:cubicBezTo>
                    <a:cubicBezTo>
                      <a:pt x="804" y="989"/>
                      <a:pt x="1079" y="781"/>
                      <a:pt x="1023" y="428"/>
                    </a:cubicBezTo>
                    <a:cubicBezTo>
                      <a:pt x="979" y="133"/>
                      <a:pt x="764" y="1"/>
                      <a:pt x="548" y="1"/>
                    </a:cubicBezTo>
                    <a:close/>
                  </a:path>
                </a:pathLst>
              </a:custGeom>
              <a:solidFill>
                <a:srgbClr val="ffffff"/>
              </a:solidFill>
              <a:ln w="0">
                <a:noFill/>
              </a:ln>
            </p:spPr>
            <p:style>
              <a:lnRef idx="0"/>
              <a:fillRef idx="0"/>
              <a:effectRef idx="0"/>
              <a:fontRef idx="minor"/>
            </p:style>
            <p:txBody>
              <a:bodyPr lIns="90000" rIns="90000" tIns="-1080" bIns="-1080" anchor="t">
                <a:noAutofit/>
              </a:bodyPr>
              <a:p>
                <a:pPr>
                  <a:lnSpc>
                    <a:spcPct val="100000"/>
                  </a:lnSpc>
                </a:pPr>
                <a:endParaRPr b="0" lang="en-US" sz="1800" spc="-1" strike="noStrike">
                  <a:solidFill>
                    <a:srgbClr val="000000"/>
                  </a:solidFill>
                  <a:latin typeface="Arial"/>
                  <a:ea typeface="DejaVu Sans"/>
                </a:endParaRPr>
              </a:p>
            </p:txBody>
          </p:sp>
          <p:sp>
            <p:nvSpPr>
              <p:cNvPr id="341" name="CustomShape 18"/>
              <p:cNvSpPr/>
              <p:nvPr/>
            </p:nvSpPr>
            <p:spPr>
              <a:xfrm>
                <a:off x="6819840" y="947520"/>
                <a:ext cx="22680" cy="19800"/>
              </a:xfrm>
              <a:custGeom>
                <a:avLst/>
                <a:gdLst>
                  <a:gd name="textAreaLeft" fmla="*/ 0 w 22680"/>
                  <a:gd name="textAreaRight" fmla="*/ 23760 w 22680"/>
                  <a:gd name="textAreaTop" fmla="*/ 0 h 19800"/>
                  <a:gd name="textAreaBottom" fmla="*/ 20880 h 19800"/>
                </a:gdLst>
                <a:ahLst/>
                <a:rect l="textAreaLeft" t="textAreaTop" r="textAreaRight" b="textAreaBottom"/>
                <a:pathLst>
                  <a:path w="553" h="494">
                    <a:moveTo>
                      <a:pt x="281" y="0"/>
                    </a:moveTo>
                    <a:cubicBezTo>
                      <a:pt x="143" y="0"/>
                      <a:pt x="0" y="103"/>
                      <a:pt x="18" y="286"/>
                    </a:cubicBezTo>
                    <a:cubicBezTo>
                      <a:pt x="47" y="402"/>
                      <a:pt x="152" y="493"/>
                      <a:pt x="266" y="493"/>
                    </a:cubicBezTo>
                    <a:cubicBezTo>
                      <a:pt x="284" y="493"/>
                      <a:pt x="301" y="491"/>
                      <a:pt x="319" y="487"/>
                    </a:cubicBezTo>
                    <a:cubicBezTo>
                      <a:pt x="452" y="487"/>
                      <a:pt x="552" y="353"/>
                      <a:pt x="519" y="220"/>
                    </a:cubicBezTo>
                    <a:cubicBezTo>
                      <a:pt x="504" y="69"/>
                      <a:pt x="394" y="0"/>
                      <a:pt x="281" y="0"/>
                    </a:cubicBezTo>
                    <a:close/>
                  </a:path>
                </a:pathLst>
              </a:custGeom>
              <a:solidFill>
                <a:srgbClr val="ffffff"/>
              </a:solidFill>
              <a:ln w="0">
                <a:noFill/>
              </a:ln>
            </p:spPr>
            <p:style>
              <a:lnRef idx="0"/>
              <a:fillRef idx="0"/>
              <a:effectRef idx="0"/>
              <a:fontRef idx="minor"/>
            </p:style>
            <p:txBody>
              <a:bodyPr lIns="90000" rIns="90000" tIns="-24120" bIns="-24120" anchor="t">
                <a:noAutofit/>
              </a:bodyPr>
              <a:p>
                <a:pPr>
                  <a:lnSpc>
                    <a:spcPct val="100000"/>
                  </a:lnSpc>
                </a:pPr>
                <a:endParaRPr b="0" lang="en-US" sz="1800" spc="-1" strike="noStrike">
                  <a:solidFill>
                    <a:srgbClr val="000000"/>
                  </a:solidFill>
                  <a:latin typeface="Arial"/>
                  <a:ea typeface="DejaVu Sans"/>
                </a:endParaRPr>
              </a:p>
            </p:txBody>
          </p:sp>
          <p:sp>
            <p:nvSpPr>
              <p:cNvPr id="342" name="CustomShape 19"/>
              <p:cNvSpPr/>
              <p:nvPr/>
            </p:nvSpPr>
            <p:spPr>
              <a:xfrm>
                <a:off x="7351920" y="784800"/>
                <a:ext cx="428400" cy="116640"/>
              </a:xfrm>
              <a:custGeom>
                <a:avLst/>
                <a:gdLst>
                  <a:gd name="textAreaLeft" fmla="*/ 0 w 428400"/>
                  <a:gd name="textAreaRight" fmla="*/ 429480 w 428400"/>
                  <a:gd name="textAreaTop" fmla="*/ 0 h 116640"/>
                  <a:gd name="textAreaBottom" fmla="*/ 117720 h 116640"/>
                </a:gdLst>
                <a:ahLst/>
                <a:rect l="textAreaLeft" t="textAreaTop" r="textAreaRight" b="textAreaBottom"/>
                <a:pathLst>
                  <a:path w="10808" h="2569">
                    <a:moveTo>
                      <a:pt x="10574" y="0"/>
                    </a:moveTo>
                    <a:lnTo>
                      <a:pt x="0" y="1034"/>
                    </a:lnTo>
                    <a:lnTo>
                      <a:pt x="267" y="2569"/>
                    </a:lnTo>
                    <a:lnTo>
                      <a:pt x="10808" y="1401"/>
                    </a:lnTo>
                    <a:lnTo>
                      <a:pt x="10574" y="0"/>
                    </a:lnTo>
                    <a:close/>
                  </a:path>
                </a:pathLst>
              </a:custGeom>
              <a:solidFill>
                <a:schemeClr val="dk1"/>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343" name="CustomShape 20"/>
              <p:cNvSpPr/>
              <p:nvPr/>
            </p:nvSpPr>
            <p:spPr>
              <a:xfrm>
                <a:off x="7754040" y="671760"/>
                <a:ext cx="194760" cy="285480"/>
              </a:xfrm>
              <a:custGeom>
                <a:avLst/>
                <a:gdLst>
                  <a:gd name="textAreaLeft" fmla="*/ 0 w 194760"/>
                  <a:gd name="textAreaRight" fmla="*/ 195840 w 194760"/>
                  <a:gd name="textAreaTop" fmla="*/ 0 h 285480"/>
                  <a:gd name="textAreaBottom" fmla="*/ 286560 h 285480"/>
                </a:gdLst>
                <a:ahLst/>
                <a:rect l="textAreaLeft" t="textAreaTop" r="textAreaRight" b="textAreaBottom"/>
                <a:pathLst>
                  <a:path w="4237" h="6182">
                    <a:moveTo>
                      <a:pt x="1892" y="1"/>
                    </a:moveTo>
                    <a:cubicBezTo>
                      <a:pt x="1807" y="1"/>
                      <a:pt x="1721" y="6"/>
                      <a:pt x="1635" y="18"/>
                    </a:cubicBezTo>
                    <a:cubicBezTo>
                      <a:pt x="668" y="185"/>
                      <a:pt x="0" y="1086"/>
                      <a:pt x="167" y="2053"/>
                    </a:cubicBezTo>
                    <a:lnTo>
                      <a:pt x="567" y="4722"/>
                    </a:lnTo>
                    <a:cubicBezTo>
                      <a:pt x="717" y="5559"/>
                      <a:pt x="1456" y="6182"/>
                      <a:pt x="2304" y="6182"/>
                    </a:cubicBezTo>
                    <a:cubicBezTo>
                      <a:pt x="2402" y="6182"/>
                      <a:pt x="2502" y="6173"/>
                      <a:pt x="2602" y="6156"/>
                    </a:cubicBezTo>
                    <a:cubicBezTo>
                      <a:pt x="3570" y="6023"/>
                      <a:pt x="4237" y="5122"/>
                      <a:pt x="4070" y="4155"/>
                    </a:cubicBezTo>
                    <a:lnTo>
                      <a:pt x="3670" y="1486"/>
                    </a:lnTo>
                    <a:cubicBezTo>
                      <a:pt x="3518" y="605"/>
                      <a:pt x="2757" y="1"/>
                      <a:pt x="1892" y="1"/>
                    </a:cubicBezTo>
                    <a:close/>
                  </a:path>
                </a:pathLst>
              </a:custGeom>
              <a:solidFill>
                <a:srgbClr val="de4c36">
                  <a:alpha val="51000"/>
                </a:srgbClr>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344" name="CustomShape 21"/>
              <p:cNvSpPr/>
              <p:nvPr/>
            </p:nvSpPr>
            <p:spPr>
              <a:xfrm>
                <a:off x="7017120" y="767520"/>
                <a:ext cx="388080" cy="238320"/>
              </a:xfrm>
              <a:custGeom>
                <a:avLst/>
                <a:gdLst>
                  <a:gd name="textAreaLeft" fmla="*/ 0 w 388080"/>
                  <a:gd name="textAreaRight" fmla="*/ 389160 w 388080"/>
                  <a:gd name="textAreaTop" fmla="*/ 0 h 238320"/>
                  <a:gd name="textAreaBottom" fmla="*/ 239400 h 238320"/>
                </a:gdLst>
                <a:ahLst/>
                <a:rect l="textAreaLeft" t="textAreaTop" r="textAreaRight" b="textAreaBottom"/>
                <a:pathLst>
                  <a:path w="8374" h="5171">
                    <a:moveTo>
                      <a:pt x="0" y="0"/>
                    </a:moveTo>
                    <a:lnTo>
                      <a:pt x="834" y="5171"/>
                    </a:lnTo>
                    <a:lnTo>
                      <a:pt x="7606" y="4070"/>
                    </a:lnTo>
                    <a:cubicBezTo>
                      <a:pt x="8073" y="4003"/>
                      <a:pt x="8373" y="3569"/>
                      <a:pt x="8306" y="3136"/>
                    </a:cubicBezTo>
                    <a:lnTo>
                      <a:pt x="8006" y="1134"/>
                    </a:lnTo>
                    <a:cubicBezTo>
                      <a:pt x="7939" y="734"/>
                      <a:pt x="7606" y="467"/>
                      <a:pt x="7206" y="434"/>
                    </a:cubicBezTo>
                    <a:lnTo>
                      <a:pt x="0" y="0"/>
                    </a:lnTo>
                    <a:close/>
                  </a:path>
                </a:pathLst>
              </a:custGeom>
              <a:solidFill>
                <a:srgbClr val="de4c36"/>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345" name="CustomShape 22"/>
              <p:cNvSpPr/>
              <p:nvPr/>
            </p:nvSpPr>
            <p:spPr>
              <a:xfrm>
                <a:off x="7788240" y="585000"/>
                <a:ext cx="68760" cy="58320"/>
              </a:xfrm>
              <a:custGeom>
                <a:avLst/>
                <a:gdLst>
                  <a:gd name="textAreaLeft" fmla="*/ 0 w 68760"/>
                  <a:gd name="textAreaRight" fmla="*/ 69840 w 68760"/>
                  <a:gd name="textAreaTop" fmla="*/ 0 h 58320"/>
                  <a:gd name="textAreaBottom" fmla="*/ 59400 h 58320"/>
                </a:gdLst>
                <a:ahLst/>
                <a:rect l="textAreaLeft" t="textAreaTop" r="textAreaRight" b="textAreaBottom"/>
                <a:pathLst>
                  <a:path w="1545" h="1315">
                    <a:moveTo>
                      <a:pt x="719" y="1"/>
                    </a:moveTo>
                    <a:cubicBezTo>
                      <a:pt x="681" y="1"/>
                      <a:pt x="641" y="4"/>
                      <a:pt x="601" y="11"/>
                    </a:cubicBezTo>
                    <a:cubicBezTo>
                      <a:pt x="234" y="45"/>
                      <a:pt x="0" y="378"/>
                      <a:pt x="67" y="745"/>
                    </a:cubicBezTo>
                    <a:cubicBezTo>
                      <a:pt x="107" y="1110"/>
                      <a:pt x="406" y="1315"/>
                      <a:pt x="709" y="1315"/>
                    </a:cubicBezTo>
                    <a:cubicBezTo>
                      <a:pt x="906" y="1315"/>
                      <a:pt x="1103" y="1229"/>
                      <a:pt x="1234" y="1045"/>
                    </a:cubicBezTo>
                    <a:cubicBezTo>
                      <a:pt x="1544" y="581"/>
                      <a:pt x="1221" y="1"/>
                      <a:pt x="719" y="1"/>
                    </a:cubicBezTo>
                    <a:close/>
                  </a:path>
                </a:pathLst>
              </a:custGeom>
              <a:solidFill>
                <a:srgbClr val="de4c36">
                  <a:alpha val="51000"/>
                </a:srgbClr>
              </a:solidFill>
              <a:ln w="0">
                <a:noFill/>
              </a:ln>
            </p:spPr>
            <p:style>
              <a:lnRef idx="0"/>
              <a:fillRef idx="0"/>
              <a:effectRef idx="0"/>
              <a:fontRef idx="minor"/>
            </p:style>
            <p:txBody>
              <a:bodyPr lIns="90000" rIns="90000" tIns="14400" bIns="14400" anchor="t">
                <a:noAutofit/>
              </a:bodyPr>
              <a:p>
                <a:pPr>
                  <a:lnSpc>
                    <a:spcPct val="100000"/>
                  </a:lnSpc>
                </a:pPr>
                <a:endParaRPr b="0" lang="en-US" sz="1800" spc="-1" strike="noStrike">
                  <a:solidFill>
                    <a:srgbClr val="ffffff"/>
                  </a:solidFill>
                  <a:latin typeface="Arial"/>
                  <a:ea typeface="DejaVu Sans"/>
                </a:endParaRPr>
              </a:p>
            </p:txBody>
          </p:sp>
          <p:sp>
            <p:nvSpPr>
              <p:cNvPr id="346" name="CustomShape 23"/>
              <p:cNvSpPr/>
              <p:nvPr/>
            </p:nvSpPr>
            <p:spPr>
              <a:xfrm>
                <a:off x="7873920" y="540000"/>
                <a:ext cx="292680" cy="82800"/>
              </a:xfrm>
              <a:custGeom>
                <a:avLst/>
                <a:gdLst>
                  <a:gd name="textAreaLeft" fmla="*/ 0 w 292680"/>
                  <a:gd name="textAreaRight" fmla="*/ 293760 w 292680"/>
                  <a:gd name="textAreaTop" fmla="*/ 0 h 82800"/>
                  <a:gd name="textAreaBottom" fmla="*/ 83880 h 82800"/>
                </a:gdLst>
                <a:ahLst/>
                <a:rect l="textAreaLeft" t="textAreaTop" r="textAreaRight" b="textAreaBottom"/>
                <a:pathLst>
                  <a:path w="6339" h="1844">
                    <a:moveTo>
                      <a:pt x="5805" y="1"/>
                    </a:moveTo>
                    <a:cubicBezTo>
                      <a:pt x="5783" y="1"/>
                      <a:pt x="5761" y="2"/>
                      <a:pt x="5738" y="5"/>
                    </a:cubicBezTo>
                    <a:lnTo>
                      <a:pt x="468" y="839"/>
                    </a:lnTo>
                    <a:cubicBezTo>
                      <a:pt x="168" y="906"/>
                      <a:pt x="1" y="1139"/>
                      <a:pt x="34" y="1439"/>
                    </a:cubicBezTo>
                    <a:cubicBezTo>
                      <a:pt x="95" y="1683"/>
                      <a:pt x="296" y="1844"/>
                      <a:pt x="534" y="1844"/>
                    </a:cubicBezTo>
                    <a:cubicBezTo>
                      <a:pt x="556" y="1844"/>
                      <a:pt x="579" y="1842"/>
                      <a:pt x="601" y="1840"/>
                    </a:cubicBezTo>
                    <a:lnTo>
                      <a:pt x="5872" y="1006"/>
                    </a:lnTo>
                    <a:cubicBezTo>
                      <a:pt x="6139" y="972"/>
                      <a:pt x="6339" y="705"/>
                      <a:pt x="6305" y="439"/>
                    </a:cubicBezTo>
                    <a:cubicBezTo>
                      <a:pt x="6244" y="164"/>
                      <a:pt x="6043" y="1"/>
                      <a:pt x="5805" y="1"/>
                    </a:cubicBezTo>
                    <a:close/>
                  </a:path>
                </a:pathLst>
              </a:custGeom>
              <a:solidFill>
                <a:srgbClr val="de4c36">
                  <a:alpha val="51000"/>
                </a:srgbClr>
              </a:solidFill>
              <a:ln w="0">
                <a:noFill/>
              </a:ln>
            </p:spPr>
            <p:style>
              <a:lnRef idx="0"/>
              <a:fillRef idx="0"/>
              <a:effectRef idx="0"/>
              <a:fontRef idx="minor"/>
            </p:style>
            <p:txBody>
              <a:bodyPr lIns="90000" rIns="90000" tIns="38880" bIns="38880" anchor="t">
                <a:noAutofit/>
              </a:bodyPr>
              <a:p>
                <a:pPr>
                  <a:lnSpc>
                    <a:spcPct val="100000"/>
                  </a:lnSpc>
                </a:pPr>
                <a:endParaRPr b="0" lang="en-US" sz="1800" spc="-1" strike="noStrike">
                  <a:solidFill>
                    <a:srgbClr val="ffffff"/>
                  </a:solidFill>
                  <a:latin typeface="Arial"/>
                  <a:ea typeface="DejaVu Sans"/>
                </a:endParaRPr>
              </a:p>
            </p:txBody>
          </p:sp>
          <p:sp>
            <p:nvSpPr>
              <p:cNvPr id="347" name="CustomShape 24"/>
              <p:cNvSpPr/>
              <p:nvPr/>
            </p:nvSpPr>
            <p:spPr>
              <a:xfrm>
                <a:off x="7471800" y="605160"/>
                <a:ext cx="292680" cy="83160"/>
              </a:xfrm>
              <a:custGeom>
                <a:avLst/>
                <a:gdLst>
                  <a:gd name="textAreaLeft" fmla="*/ 0 w 292680"/>
                  <a:gd name="textAreaRight" fmla="*/ 293760 w 292680"/>
                  <a:gd name="textAreaTop" fmla="*/ 0 h 83160"/>
                  <a:gd name="textAreaBottom" fmla="*/ 84240 h 83160"/>
                </a:gdLst>
                <a:ahLst/>
                <a:rect l="textAreaLeft" t="textAreaTop" r="textAreaRight" b="textAreaBottom"/>
                <a:pathLst>
                  <a:path w="6339" h="1852">
                    <a:moveTo>
                      <a:pt x="5843" y="0"/>
                    </a:moveTo>
                    <a:cubicBezTo>
                      <a:pt x="5808" y="0"/>
                      <a:pt x="5773" y="4"/>
                      <a:pt x="5738" y="13"/>
                    </a:cubicBezTo>
                    <a:lnTo>
                      <a:pt x="468" y="847"/>
                    </a:lnTo>
                    <a:cubicBezTo>
                      <a:pt x="201" y="880"/>
                      <a:pt x="1" y="1147"/>
                      <a:pt x="34" y="1414"/>
                    </a:cubicBezTo>
                    <a:cubicBezTo>
                      <a:pt x="96" y="1661"/>
                      <a:pt x="301" y="1851"/>
                      <a:pt x="570" y="1851"/>
                    </a:cubicBezTo>
                    <a:cubicBezTo>
                      <a:pt x="591" y="1851"/>
                      <a:pt x="613" y="1850"/>
                      <a:pt x="635" y="1848"/>
                    </a:cubicBezTo>
                    <a:lnTo>
                      <a:pt x="5872" y="1014"/>
                    </a:lnTo>
                    <a:cubicBezTo>
                      <a:pt x="6172" y="947"/>
                      <a:pt x="6339" y="680"/>
                      <a:pt x="6305" y="413"/>
                    </a:cubicBezTo>
                    <a:cubicBezTo>
                      <a:pt x="6276" y="182"/>
                      <a:pt x="6071" y="0"/>
                      <a:pt x="5843" y="0"/>
                    </a:cubicBezTo>
                    <a:close/>
                  </a:path>
                </a:pathLst>
              </a:custGeom>
              <a:solidFill>
                <a:srgbClr val="de4c36">
                  <a:alpha val="51000"/>
                </a:srgbClr>
              </a:solidFill>
              <a:ln w="0">
                <a:noFill/>
              </a:ln>
            </p:spPr>
            <p:style>
              <a:lnRef idx="0"/>
              <a:fillRef idx="0"/>
              <a:effectRef idx="0"/>
              <a:fontRef idx="minor"/>
            </p:style>
            <p:txBody>
              <a:bodyPr lIns="90000" rIns="90000" tIns="39240" bIns="39240" anchor="t">
                <a:noAutofit/>
              </a:bodyPr>
              <a:p>
                <a:pPr>
                  <a:lnSpc>
                    <a:spcPct val="100000"/>
                  </a:lnSpc>
                </a:pPr>
                <a:endParaRPr b="0" lang="en-US" sz="1800" spc="-1" strike="noStrike">
                  <a:solidFill>
                    <a:srgbClr val="ffffff"/>
                  </a:solidFill>
                  <a:latin typeface="Arial"/>
                  <a:ea typeface="DejaVu Sans"/>
                </a:endParaRPr>
              </a:p>
            </p:txBody>
          </p:sp>
          <p:sp>
            <p:nvSpPr>
              <p:cNvPr id="348" name="CustomShape 25"/>
              <p:cNvSpPr/>
              <p:nvPr/>
            </p:nvSpPr>
            <p:spPr>
              <a:xfrm>
                <a:off x="5941800" y="990360"/>
                <a:ext cx="428400" cy="169560"/>
              </a:xfrm>
              <a:custGeom>
                <a:avLst/>
                <a:gdLst>
                  <a:gd name="textAreaLeft" fmla="*/ 0 w 428400"/>
                  <a:gd name="textAreaRight" fmla="*/ 429480 w 428400"/>
                  <a:gd name="textAreaTop" fmla="*/ 0 h 169560"/>
                  <a:gd name="textAreaBottom" fmla="*/ 170640 h 169560"/>
                </a:gdLst>
                <a:ahLst/>
                <a:rect l="textAreaLeft" t="textAreaTop" r="textAreaRight" b="textAreaBottom"/>
                <a:pathLst>
                  <a:path w="10608" h="3703">
                    <a:moveTo>
                      <a:pt x="10374" y="0"/>
                    </a:moveTo>
                    <a:lnTo>
                      <a:pt x="0" y="2302"/>
                    </a:lnTo>
                    <a:lnTo>
                      <a:pt x="234" y="3703"/>
                    </a:lnTo>
                    <a:lnTo>
                      <a:pt x="10608" y="1568"/>
                    </a:lnTo>
                    <a:lnTo>
                      <a:pt x="10374" y="0"/>
                    </a:lnTo>
                    <a:close/>
                  </a:path>
                </a:pathLst>
              </a:custGeom>
              <a:solidFill>
                <a:schemeClr val="dk1"/>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349" name="CustomShape 26"/>
              <p:cNvSpPr/>
              <p:nvPr/>
            </p:nvSpPr>
            <p:spPr>
              <a:xfrm>
                <a:off x="5783040" y="986040"/>
                <a:ext cx="192960" cy="286920"/>
              </a:xfrm>
              <a:custGeom>
                <a:avLst/>
                <a:gdLst>
                  <a:gd name="textAreaLeft" fmla="*/ 0 w 192960"/>
                  <a:gd name="textAreaRight" fmla="*/ 194040 w 192960"/>
                  <a:gd name="textAreaTop" fmla="*/ 0 h 286920"/>
                  <a:gd name="textAreaBottom" fmla="*/ 288000 h 286920"/>
                </a:gdLst>
                <a:ahLst/>
                <a:rect l="textAreaLeft" t="textAreaTop" r="textAreaRight" b="textAreaBottom"/>
                <a:pathLst>
                  <a:path w="4204" h="6215">
                    <a:moveTo>
                      <a:pt x="1899" y="1"/>
                    </a:moveTo>
                    <a:cubicBezTo>
                      <a:pt x="1801" y="1"/>
                      <a:pt x="1702" y="9"/>
                      <a:pt x="1602" y="27"/>
                    </a:cubicBezTo>
                    <a:cubicBezTo>
                      <a:pt x="634" y="193"/>
                      <a:pt x="1" y="1094"/>
                      <a:pt x="134" y="2061"/>
                    </a:cubicBezTo>
                    <a:lnTo>
                      <a:pt x="568" y="4697"/>
                    </a:lnTo>
                    <a:cubicBezTo>
                      <a:pt x="690" y="5581"/>
                      <a:pt x="1481" y="6215"/>
                      <a:pt x="2355" y="6215"/>
                    </a:cubicBezTo>
                    <a:cubicBezTo>
                      <a:pt x="2437" y="6215"/>
                      <a:pt x="2520" y="6209"/>
                      <a:pt x="2602" y="6198"/>
                    </a:cubicBezTo>
                    <a:cubicBezTo>
                      <a:pt x="3536" y="6031"/>
                      <a:pt x="4204" y="5130"/>
                      <a:pt x="4070" y="4163"/>
                    </a:cubicBezTo>
                    <a:lnTo>
                      <a:pt x="3637" y="1494"/>
                    </a:lnTo>
                    <a:cubicBezTo>
                      <a:pt x="3487" y="627"/>
                      <a:pt x="2748" y="1"/>
                      <a:pt x="1899" y="1"/>
                    </a:cubicBezTo>
                    <a:close/>
                  </a:path>
                </a:pathLst>
              </a:custGeom>
              <a:solidFill>
                <a:srgbClr val="de4c36">
                  <a:alpha val="51000"/>
                </a:srgbClr>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350" name="CustomShape 27"/>
              <p:cNvSpPr/>
              <p:nvPr/>
            </p:nvSpPr>
            <p:spPr>
              <a:xfrm>
                <a:off x="6320520" y="823680"/>
                <a:ext cx="375480" cy="290160"/>
              </a:xfrm>
              <a:custGeom>
                <a:avLst/>
                <a:gdLst>
                  <a:gd name="textAreaLeft" fmla="*/ 0 w 375480"/>
                  <a:gd name="textAreaRight" fmla="*/ 376560 w 375480"/>
                  <a:gd name="textAreaTop" fmla="*/ 0 h 290160"/>
                  <a:gd name="textAreaBottom" fmla="*/ 291240 h 290160"/>
                </a:gdLst>
                <a:ahLst/>
                <a:rect l="textAreaLeft" t="textAreaTop" r="textAreaRight" b="textAreaBottom"/>
                <a:pathLst>
                  <a:path w="8107" h="6280">
                    <a:moveTo>
                      <a:pt x="7273" y="0"/>
                    </a:moveTo>
                    <a:lnTo>
                      <a:pt x="568" y="2669"/>
                    </a:lnTo>
                    <a:cubicBezTo>
                      <a:pt x="201" y="2802"/>
                      <a:pt x="1" y="3202"/>
                      <a:pt x="68" y="3569"/>
                    </a:cubicBezTo>
                    <a:lnTo>
                      <a:pt x="368" y="5571"/>
                    </a:lnTo>
                    <a:cubicBezTo>
                      <a:pt x="429" y="5967"/>
                      <a:pt x="796" y="6280"/>
                      <a:pt x="1215" y="6280"/>
                    </a:cubicBezTo>
                    <a:cubicBezTo>
                      <a:pt x="1255" y="6280"/>
                      <a:pt x="1295" y="6277"/>
                      <a:pt x="1335" y="6271"/>
                    </a:cubicBezTo>
                    <a:lnTo>
                      <a:pt x="8107" y="5170"/>
                    </a:lnTo>
                    <a:lnTo>
                      <a:pt x="7273" y="0"/>
                    </a:lnTo>
                    <a:close/>
                  </a:path>
                </a:pathLst>
              </a:custGeom>
              <a:solidFill>
                <a:srgbClr val="de4c36"/>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351" name="CustomShape 28"/>
              <p:cNvSpPr/>
              <p:nvPr/>
            </p:nvSpPr>
            <p:spPr>
              <a:xfrm>
                <a:off x="5809320" y="898200"/>
                <a:ext cx="70560" cy="58680"/>
              </a:xfrm>
              <a:custGeom>
                <a:avLst/>
                <a:gdLst>
                  <a:gd name="textAreaLeft" fmla="*/ 0 w 70560"/>
                  <a:gd name="textAreaRight" fmla="*/ 71640 w 70560"/>
                  <a:gd name="textAreaTop" fmla="*/ 0 h 58680"/>
                  <a:gd name="textAreaBottom" fmla="*/ 59760 h 58680"/>
                </a:gdLst>
                <a:ahLst/>
                <a:rect l="textAreaLeft" t="textAreaTop" r="textAreaRight" b="textAreaBottom"/>
                <a:pathLst>
                  <a:path w="1577" h="1327">
                    <a:moveTo>
                      <a:pt x="837" y="1"/>
                    </a:moveTo>
                    <a:cubicBezTo>
                      <a:pt x="814" y="1"/>
                      <a:pt x="791" y="2"/>
                      <a:pt x="768" y="4"/>
                    </a:cubicBezTo>
                    <a:cubicBezTo>
                      <a:pt x="167" y="104"/>
                      <a:pt x="1" y="838"/>
                      <a:pt x="468" y="1205"/>
                    </a:cubicBezTo>
                    <a:cubicBezTo>
                      <a:pt x="585" y="1289"/>
                      <a:pt x="715" y="1326"/>
                      <a:pt x="843" y="1326"/>
                    </a:cubicBezTo>
                    <a:cubicBezTo>
                      <a:pt x="1222" y="1326"/>
                      <a:pt x="1577" y="996"/>
                      <a:pt x="1502" y="571"/>
                    </a:cubicBezTo>
                    <a:cubicBezTo>
                      <a:pt x="1439" y="228"/>
                      <a:pt x="1172" y="1"/>
                      <a:pt x="837" y="1"/>
                    </a:cubicBezTo>
                    <a:close/>
                  </a:path>
                </a:pathLst>
              </a:custGeom>
              <a:solidFill>
                <a:srgbClr val="de4c36">
                  <a:alpha val="51000"/>
                </a:srgbClr>
              </a:solidFill>
              <a:ln w="0">
                <a:noFill/>
              </a:ln>
            </p:spPr>
            <p:style>
              <a:lnRef idx="0"/>
              <a:fillRef idx="0"/>
              <a:effectRef idx="0"/>
              <a:fontRef idx="minor"/>
            </p:style>
            <p:txBody>
              <a:bodyPr lIns="90000" rIns="90000" tIns="14760" bIns="14760" anchor="t">
                <a:noAutofit/>
              </a:bodyPr>
              <a:p>
                <a:pPr>
                  <a:lnSpc>
                    <a:spcPct val="100000"/>
                  </a:lnSpc>
                </a:pPr>
                <a:endParaRPr b="0" lang="en-US" sz="1800" spc="-1" strike="noStrike">
                  <a:solidFill>
                    <a:srgbClr val="ffffff"/>
                  </a:solidFill>
                  <a:latin typeface="Arial"/>
                  <a:ea typeface="DejaVu Sans"/>
                </a:endParaRPr>
              </a:p>
            </p:txBody>
          </p:sp>
          <p:sp>
            <p:nvSpPr>
              <p:cNvPr id="352" name="CustomShape 29"/>
              <p:cNvSpPr/>
              <p:nvPr/>
            </p:nvSpPr>
            <p:spPr>
              <a:xfrm>
                <a:off x="5500800" y="918720"/>
                <a:ext cx="292680" cy="82800"/>
              </a:xfrm>
              <a:custGeom>
                <a:avLst/>
                <a:gdLst>
                  <a:gd name="textAreaLeft" fmla="*/ 0 w 292680"/>
                  <a:gd name="textAreaRight" fmla="*/ 293760 w 292680"/>
                  <a:gd name="textAreaTop" fmla="*/ 0 h 82800"/>
                  <a:gd name="textAreaBottom" fmla="*/ 83880 h 82800"/>
                </a:gdLst>
                <a:ahLst/>
                <a:rect l="textAreaLeft" t="textAreaTop" r="textAreaRight" b="textAreaBottom"/>
                <a:pathLst>
                  <a:path w="6339" h="1844">
                    <a:moveTo>
                      <a:pt x="5773" y="1"/>
                    </a:moveTo>
                    <a:cubicBezTo>
                      <a:pt x="5750" y="1"/>
                      <a:pt x="5728" y="2"/>
                      <a:pt x="5705" y="5"/>
                    </a:cubicBezTo>
                    <a:lnTo>
                      <a:pt x="435" y="839"/>
                    </a:lnTo>
                    <a:cubicBezTo>
                      <a:pt x="168" y="872"/>
                      <a:pt x="1" y="1139"/>
                      <a:pt x="34" y="1406"/>
                    </a:cubicBezTo>
                    <a:cubicBezTo>
                      <a:pt x="65" y="1653"/>
                      <a:pt x="297" y="1843"/>
                      <a:pt x="543" y="1843"/>
                    </a:cubicBezTo>
                    <a:cubicBezTo>
                      <a:pt x="562" y="1843"/>
                      <a:pt x="582" y="1842"/>
                      <a:pt x="601" y="1839"/>
                    </a:cubicBezTo>
                    <a:lnTo>
                      <a:pt x="5872" y="1006"/>
                    </a:lnTo>
                    <a:cubicBezTo>
                      <a:pt x="6139" y="939"/>
                      <a:pt x="6339" y="705"/>
                      <a:pt x="6272" y="405"/>
                    </a:cubicBezTo>
                    <a:cubicBezTo>
                      <a:pt x="6242" y="161"/>
                      <a:pt x="6016" y="1"/>
                      <a:pt x="5773" y="1"/>
                    </a:cubicBezTo>
                    <a:close/>
                  </a:path>
                </a:pathLst>
              </a:custGeom>
              <a:solidFill>
                <a:srgbClr val="de4c36">
                  <a:alpha val="51000"/>
                </a:srgbClr>
              </a:solidFill>
              <a:ln w="0">
                <a:noFill/>
              </a:ln>
            </p:spPr>
            <p:style>
              <a:lnRef idx="0"/>
              <a:fillRef idx="0"/>
              <a:effectRef idx="0"/>
              <a:fontRef idx="minor"/>
            </p:style>
            <p:txBody>
              <a:bodyPr lIns="90000" rIns="90000" tIns="38880" bIns="38880" anchor="t">
                <a:noAutofit/>
              </a:bodyPr>
              <a:p>
                <a:pPr>
                  <a:lnSpc>
                    <a:spcPct val="100000"/>
                  </a:lnSpc>
                </a:pPr>
                <a:endParaRPr b="0" lang="en-US" sz="1800" spc="-1" strike="noStrike">
                  <a:solidFill>
                    <a:srgbClr val="ffffff"/>
                  </a:solidFill>
                  <a:latin typeface="Arial"/>
                  <a:ea typeface="DejaVu Sans"/>
                </a:endParaRPr>
              </a:p>
            </p:txBody>
          </p:sp>
          <p:sp>
            <p:nvSpPr>
              <p:cNvPr id="353" name="CustomShape 30"/>
              <p:cNvSpPr/>
              <p:nvPr/>
            </p:nvSpPr>
            <p:spPr>
              <a:xfrm>
                <a:off x="5901480" y="854280"/>
                <a:ext cx="292680" cy="83160"/>
              </a:xfrm>
              <a:custGeom>
                <a:avLst/>
                <a:gdLst>
                  <a:gd name="textAreaLeft" fmla="*/ 0 w 292680"/>
                  <a:gd name="textAreaRight" fmla="*/ 293760 w 292680"/>
                  <a:gd name="textAreaTop" fmla="*/ 0 h 83160"/>
                  <a:gd name="textAreaBottom" fmla="*/ 84240 h 83160"/>
                </a:gdLst>
                <a:ahLst/>
                <a:rect l="textAreaLeft" t="textAreaTop" r="textAreaRight" b="textAreaBottom"/>
                <a:pathLst>
                  <a:path w="6339" h="1852">
                    <a:moveTo>
                      <a:pt x="5843" y="0"/>
                    </a:moveTo>
                    <a:cubicBezTo>
                      <a:pt x="5808" y="0"/>
                      <a:pt x="5773" y="4"/>
                      <a:pt x="5738" y="13"/>
                    </a:cubicBezTo>
                    <a:lnTo>
                      <a:pt x="468" y="847"/>
                    </a:lnTo>
                    <a:cubicBezTo>
                      <a:pt x="201" y="880"/>
                      <a:pt x="1" y="1147"/>
                      <a:pt x="34" y="1414"/>
                    </a:cubicBezTo>
                    <a:cubicBezTo>
                      <a:pt x="96" y="1661"/>
                      <a:pt x="301" y="1851"/>
                      <a:pt x="570" y="1851"/>
                    </a:cubicBezTo>
                    <a:cubicBezTo>
                      <a:pt x="591" y="1851"/>
                      <a:pt x="613" y="1850"/>
                      <a:pt x="635" y="1848"/>
                    </a:cubicBezTo>
                    <a:lnTo>
                      <a:pt x="5905" y="1014"/>
                    </a:lnTo>
                    <a:cubicBezTo>
                      <a:pt x="6172" y="947"/>
                      <a:pt x="6339" y="680"/>
                      <a:pt x="6305" y="413"/>
                    </a:cubicBezTo>
                    <a:cubicBezTo>
                      <a:pt x="6276" y="182"/>
                      <a:pt x="6071" y="0"/>
                      <a:pt x="5843" y="0"/>
                    </a:cubicBezTo>
                    <a:close/>
                  </a:path>
                </a:pathLst>
              </a:custGeom>
              <a:solidFill>
                <a:srgbClr val="de4c36">
                  <a:alpha val="51000"/>
                </a:srgbClr>
              </a:solidFill>
              <a:ln w="0">
                <a:noFill/>
              </a:ln>
            </p:spPr>
            <p:style>
              <a:lnRef idx="0"/>
              <a:fillRef idx="0"/>
              <a:effectRef idx="0"/>
              <a:fontRef idx="minor"/>
            </p:style>
            <p:txBody>
              <a:bodyPr lIns="90000" rIns="90000" tIns="39240" bIns="39240" anchor="t">
                <a:noAutofit/>
              </a:bodyPr>
              <a:p>
                <a:pPr>
                  <a:lnSpc>
                    <a:spcPct val="100000"/>
                  </a:lnSpc>
                </a:pPr>
                <a:endParaRPr b="0" lang="en-US" sz="1800" spc="-1" strike="noStrike">
                  <a:solidFill>
                    <a:srgbClr val="ffffff"/>
                  </a:solidFill>
                  <a:latin typeface="Arial"/>
                  <a:ea typeface="DejaVu Sans"/>
                </a:endParaRPr>
              </a:p>
            </p:txBody>
          </p:sp>
          <p:sp>
            <p:nvSpPr>
              <p:cNvPr id="354" name="CustomShape 31"/>
              <p:cNvSpPr/>
              <p:nvPr/>
            </p:nvSpPr>
            <p:spPr>
              <a:xfrm>
                <a:off x="6899400" y="1290240"/>
                <a:ext cx="1113120" cy="348120"/>
              </a:xfrm>
              <a:custGeom>
                <a:avLst/>
                <a:gdLst>
                  <a:gd name="textAreaLeft" fmla="*/ 0 w 1113120"/>
                  <a:gd name="textAreaRight" fmla="*/ 1114200 w 1113120"/>
                  <a:gd name="textAreaTop" fmla="*/ 0 h 348120"/>
                  <a:gd name="textAreaBottom" fmla="*/ 349200 h 348120"/>
                </a:gdLst>
                <a:ahLst/>
                <a:rect l="textAreaLeft" t="textAreaTop" r="textAreaRight" b="textAreaBottom"/>
                <a:pathLst>
                  <a:path w="23902" h="7526">
                    <a:moveTo>
                      <a:pt x="735" y="1"/>
                    </a:moveTo>
                    <a:cubicBezTo>
                      <a:pt x="181" y="1"/>
                      <a:pt x="1" y="839"/>
                      <a:pt x="585" y="1054"/>
                    </a:cubicBezTo>
                    <a:lnTo>
                      <a:pt x="23168" y="7526"/>
                    </a:lnTo>
                    <a:lnTo>
                      <a:pt x="23301" y="7526"/>
                    </a:lnTo>
                    <a:cubicBezTo>
                      <a:pt x="23534" y="7526"/>
                      <a:pt x="23735" y="7359"/>
                      <a:pt x="23801" y="7125"/>
                    </a:cubicBezTo>
                    <a:cubicBezTo>
                      <a:pt x="23901" y="6858"/>
                      <a:pt x="23735" y="6558"/>
                      <a:pt x="23434" y="6458"/>
                    </a:cubicBezTo>
                    <a:lnTo>
                      <a:pt x="885" y="20"/>
                    </a:lnTo>
                    <a:cubicBezTo>
                      <a:pt x="833" y="7"/>
                      <a:pt x="783" y="1"/>
                      <a:pt x="735" y="1"/>
                    </a:cubicBezTo>
                    <a:close/>
                  </a:path>
                </a:pathLst>
              </a:custGeom>
              <a:solidFill>
                <a:schemeClr val="dk1"/>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355" name="CustomShape 32"/>
              <p:cNvSpPr/>
              <p:nvPr/>
            </p:nvSpPr>
            <p:spPr>
              <a:xfrm>
                <a:off x="6893640" y="1287720"/>
                <a:ext cx="669960" cy="465840"/>
              </a:xfrm>
              <a:custGeom>
                <a:avLst/>
                <a:gdLst>
                  <a:gd name="textAreaLeft" fmla="*/ 0 w 669960"/>
                  <a:gd name="textAreaRight" fmla="*/ 671040 w 669960"/>
                  <a:gd name="textAreaTop" fmla="*/ 0 h 465840"/>
                  <a:gd name="textAreaBottom" fmla="*/ 466920 h 465840"/>
                </a:gdLst>
                <a:ahLst/>
                <a:rect l="textAreaLeft" t="textAreaTop" r="textAreaRight" b="textAreaBottom"/>
                <a:pathLst>
                  <a:path w="14416" h="10045">
                    <a:moveTo>
                      <a:pt x="813" y="1"/>
                    </a:moveTo>
                    <a:cubicBezTo>
                      <a:pt x="331" y="1"/>
                      <a:pt x="0" y="715"/>
                      <a:pt x="539" y="1039"/>
                    </a:cubicBezTo>
                    <a:lnTo>
                      <a:pt x="13381" y="9945"/>
                    </a:lnTo>
                    <a:cubicBezTo>
                      <a:pt x="13448" y="10012"/>
                      <a:pt x="13582" y="10045"/>
                      <a:pt x="13682" y="10045"/>
                    </a:cubicBezTo>
                    <a:cubicBezTo>
                      <a:pt x="14215" y="10045"/>
                      <a:pt x="14416" y="9344"/>
                      <a:pt x="13982" y="9044"/>
                    </a:cubicBezTo>
                    <a:lnTo>
                      <a:pt x="1173" y="138"/>
                    </a:lnTo>
                    <a:cubicBezTo>
                      <a:pt x="1051" y="41"/>
                      <a:pt x="927" y="1"/>
                      <a:pt x="813" y="1"/>
                    </a:cubicBezTo>
                    <a:close/>
                  </a:path>
                </a:pathLst>
              </a:custGeom>
              <a:solidFill>
                <a:schemeClr val="dk1"/>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356" name="CustomShape 33"/>
              <p:cNvSpPr/>
              <p:nvPr/>
            </p:nvSpPr>
            <p:spPr>
              <a:xfrm>
                <a:off x="6152400" y="1288440"/>
                <a:ext cx="813960" cy="900000"/>
              </a:xfrm>
              <a:custGeom>
                <a:avLst/>
                <a:gdLst>
                  <a:gd name="textAreaLeft" fmla="*/ 0 w 813960"/>
                  <a:gd name="textAreaRight" fmla="*/ 815040 w 813960"/>
                  <a:gd name="textAreaTop" fmla="*/ 0 h 900000"/>
                  <a:gd name="textAreaBottom" fmla="*/ 901080 h 900000"/>
                </a:gdLst>
                <a:ahLst/>
                <a:rect l="textAreaLeft" t="textAreaTop" r="textAreaRight" b="textAreaBottom"/>
                <a:pathLst>
                  <a:path w="17496" h="19338">
                    <a:moveTo>
                      <a:pt x="16707" y="0"/>
                    </a:moveTo>
                    <a:cubicBezTo>
                      <a:pt x="16570" y="0"/>
                      <a:pt x="16429" y="57"/>
                      <a:pt x="16312" y="191"/>
                    </a:cubicBezTo>
                    <a:lnTo>
                      <a:pt x="334" y="18437"/>
                    </a:lnTo>
                    <a:cubicBezTo>
                      <a:pt x="0" y="18804"/>
                      <a:pt x="267" y="19338"/>
                      <a:pt x="734" y="19338"/>
                    </a:cubicBezTo>
                    <a:cubicBezTo>
                      <a:pt x="901" y="19338"/>
                      <a:pt x="1068" y="19271"/>
                      <a:pt x="1168" y="19171"/>
                    </a:cubicBezTo>
                    <a:lnTo>
                      <a:pt x="17146" y="924"/>
                    </a:lnTo>
                    <a:cubicBezTo>
                      <a:pt x="17496" y="500"/>
                      <a:pt x="17116" y="0"/>
                      <a:pt x="16707" y="0"/>
                    </a:cubicBezTo>
                    <a:close/>
                  </a:path>
                </a:pathLst>
              </a:custGeom>
              <a:solidFill>
                <a:schemeClr val="dk1"/>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grpSp>
      </p:gr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7" name="CustomShape 1"/>
          <p:cNvSpPr/>
          <p:nvPr/>
        </p:nvSpPr>
        <p:spPr>
          <a:xfrm>
            <a:off x="720000" y="972360"/>
            <a:ext cx="5281560" cy="269280"/>
          </a:xfrm>
          <a:prstGeom prst="roundRect">
            <a:avLst>
              <a:gd name="adj" fmla="val 50000"/>
            </a:avLst>
          </a:prstGeom>
          <a:solidFill>
            <a:srgbClr val="f77967"/>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358" name="CustomShape 2"/>
          <p:cNvSpPr/>
          <p:nvPr/>
        </p:nvSpPr>
        <p:spPr>
          <a:xfrm>
            <a:off x="680040" y="534600"/>
            <a:ext cx="7700760" cy="609480"/>
          </a:xfrm>
          <a:prstGeom prst="rect">
            <a:avLst/>
          </a:prstGeom>
          <a:noFill/>
          <a:ln w="0">
            <a:noFill/>
          </a:ln>
        </p:spPr>
        <p:style>
          <a:lnRef idx="0"/>
          <a:fillRef idx="0"/>
          <a:effectRef idx="0"/>
          <a:fontRef idx="minor"/>
        </p:style>
        <p:txBody>
          <a:bodyPr lIns="90000" rIns="90000" tIns="91440" bIns="91440" anchor="t">
            <a:noAutofit/>
          </a:bodyPr>
          <a:p>
            <a:pPr>
              <a:lnSpc>
                <a:spcPct val="100000"/>
              </a:lnSpc>
            </a:pPr>
            <a:r>
              <a:rPr b="0" lang="en" sz="3200" spc="-1" strike="noStrike">
                <a:solidFill>
                  <a:srgbClr val="263238"/>
                </a:solidFill>
                <a:latin typeface="Poppins Black"/>
                <a:ea typeface="Poppins Black"/>
              </a:rPr>
              <a:t>Configuration Files</a:t>
            </a:r>
            <a:endParaRPr b="0" lang="en-US" sz="3200" spc="-1" strike="noStrike">
              <a:solidFill>
                <a:srgbClr val="000000"/>
              </a:solidFill>
              <a:latin typeface="Arial"/>
            </a:endParaRPr>
          </a:p>
        </p:txBody>
      </p:sp>
      <p:sp>
        <p:nvSpPr>
          <p:cNvPr id="359" name="CustomShape 3"/>
          <p:cNvSpPr/>
          <p:nvPr/>
        </p:nvSpPr>
        <p:spPr>
          <a:xfrm>
            <a:off x="475920" y="1834200"/>
            <a:ext cx="7520400" cy="3062880"/>
          </a:xfrm>
          <a:prstGeom prst="rect">
            <a:avLst/>
          </a:prstGeom>
          <a:noFill/>
          <a:ln w="0">
            <a:noFill/>
          </a:ln>
        </p:spPr>
        <p:style>
          <a:lnRef idx="0"/>
          <a:fillRef idx="0"/>
          <a:effectRef idx="0"/>
          <a:fontRef idx="minor"/>
        </p:style>
        <p:txBody>
          <a:bodyPr lIns="90000" rIns="90000" tIns="91440" bIns="91440" anchor="t">
            <a:spAutoFit/>
          </a:bodyPr>
          <a:p>
            <a:pPr marL="457200" indent="-340920">
              <a:lnSpc>
                <a:spcPct val="150000"/>
              </a:lnSpc>
              <a:buClr>
                <a:srgbClr val="de4c36"/>
              </a:buClr>
              <a:buFont typeface="Poppins"/>
              <a:buChar char="●"/>
            </a:pPr>
            <a:r>
              <a:rPr b="0" lang="en" sz="1800" spc="-1" strike="noStrike">
                <a:solidFill>
                  <a:srgbClr val="263238"/>
                </a:solidFill>
                <a:latin typeface="Poppins"/>
                <a:ea typeface="Poppins"/>
              </a:rPr>
              <a:t>The Apache HTTP Server is configured via </a:t>
            </a:r>
            <a:r>
              <a:rPr b="0" lang="en" sz="1800" spc="-1" strike="noStrike">
                <a:solidFill>
                  <a:srgbClr val="de4c36"/>
                </a:solidFill>
                <a:latin typeface="Poppins"/>
                <a:ea typeface="Poppins"/>
              </a:rPr>
              <a:t>simple text files</a:t>
            </a:r>
            <a:r>
              <a:rPr b="0" lang="en" sz="1800" spc="-1" strike="noStrike">
                <a:solidFill>
                  <a:srgbClr val="263238"/>
                </a:solidFill>
                <a:latin typeface="Poppins"/>
                <a:ea typeface="Poppins"/>
              </a:rPr>
              <a:t>.</a:t>
            </a:r>
            <a:endParaRPr b="0" lang="en-US" sz="1800" spc="-1" strike="noStrike">
              <a:solidFill>
                <a:srgbClr val="000000"/>
              </a:solidFill>
              <a:latin typeface="Arial"/>
            </a:endParaRPr>
          </a:p>
          <a:p>
            <a:pPr marL="457200">
              <a:lnSpc>
                <a:spcPct val="150000"/>
              </a:lnSpc>
            </a:pPr>
            <a:endParaRPr b="0" lang="en-US" sz="1800" spc="-1" strike="noStrike">
              <a:solidFill>
                <a:srgbClr val="000000"/>
              </a:solidFill>
              <a:latin typeface="Arial"/>
            </a:endParaRPr>
          </a:p>
          <a:p>
            <a:pPr marL="457200" indent="-340920">
              <a:lnSpc>
                <a:spcPct val="150000"/>
              </a:lnSpc>
              <a:buClr>
                <a:srgbClr val="de4c36"/>
              </a:buClr>
              <a:buFont typeface="Poppins"/>
              <a:buChar char="●"/>
            </a:pPr>
            <a:r>
              <a:rPr b="0" lang="en" sz="1800" spc="-1" strike="noStrike">
                <a:solidFill>
                  <a:srgbClr val="263238"/>
                </a:solidFill>
                <a:latin typeface="Poppins"/>
                <a:ea typeface="Poppins"/>
              </a:rPr>
              <a:t>The default </a:t>
            </a:r>
            <a:r>
              <a:rPr b="0" lang="en" sz="1800" spc="-1" strike="noStrike">
                <a:solidFill>
                  <a:srgbClr val="de4c36"/>
                </a:solidFill>
                <a:latin typeface="Poppins"/>
                <a:ea typeface="Poppins"/>
              </a:rPr>
              <a:t>configuration</a:t>
            </a:r>
            <a:r>
              <a:rPr b="0" lang="en" sz="1800" spc="-1" strike="noStrike">
                <a:solidFill>
                  <a:srgbClr val="263238"/>
                </a:solidFill>
                <a:latin typeface="Poppins"/>
                <a:ea typeface="Poppins"/>
              </a:rPr>
              <a:t> file is usually called </a:t>
            </a:r>
            <a:r>
              <a:rPr b="0" lang="en" sz="1800" spc="-1" strike="noStrike">
                <a:solidFill>
                  <a:srgbClr val="de4c36"/>
                </a:solidFill>
                <a:latin typeface="Poppins"/>
                <a:ea typeface="Poppins"/>
              </a:rPr>
              <a:t>httpd.conf</a:t>
            </a:r>
            <a:r>
              <a:rPr b="0" lang="en" sz="1800" spc="-1" strike="noStrike">
                <a:solidFill>
                  <a:srgbClr val="263238"/>
                </a:solidFill>
                <a:latin typeface="Poppins"/>
                <a:ea typeface="Poppins"/>
              </a:rPr>
              <a:t>.</a:t>
            </a:r>
            <a:endParaRPr b="0" lang="en-US" sz="1800" spc="-1" strike="noStrike">
              <a:solidFill>
                <a:srgbClr val="000000"/>
              </a:solidFill>
              <a:latin typeface="Arial"/>
            </a:endParaRPr>
          </a:p>
          <a:p>
            <a:pPr marL="457200">
              <a:lnSpc>
                <a:spcPct val="150000"/>
              </a:lnSpc>
            </a:pPr>
            <a:endParaRPr b="0" lang="en-US" sz="1800" spc="-1" strike="noStrike">
              <a:solidFill>
                <a:srgbClr val="000000"/>
              </a:solidFill>
              <a:latin typeface="Arial"/>
            </a:endParaRPr>
          </a:p>
          <a:p>
            <a:pPr marL="457200" indent="-340920">
              <a:lnSpc>
                <a:spcPct val="150000"/>
              </a:lnSpc>
              <a:buClr>
                <a:srgbClr val="de4c36"/>
              </a:buClr>
              <a:buFont typeface="Poppins"/>
              <a:buChar char="●"/>
            </a:pPr>
            <a:r>
              <a:rPr b="0" lang="en" sz="1800" spc="-1" strike="noStrike">
                <a:solidFill>
                  <a:srgbClr val="263238"/>
                </a:solidFill>
                <a:latin typeface="Poppins"/>
                <a:ea typeface="Poppins"/>
              </a:rPr>
              <a:t>The configuration is frequently broken into </a:t>
            </a:r>
            <a:r>
              <a:rPr b="0" lang="en" sz="1800" spc="-1" strike="noStrike">
                <a:solidFill>
                  <a:srgbClr val="de4c36"/>
                </a:solidFill>
                <a:latin typeface="Poppins"/>
                <a:ea typeface="Poppins"/>
              </a:rPr>
              <a:t>multiple smaller files</a:t>
            </a:r>
            <a:r>
              <a:rPr b="0" lang="en" sz="1800" spc="-1" strike="noStrike">
                <a:solidFill>
                  <a:srgbClr val="263238"/>
                </a:solidFill>
                <a:latin typeface="Poppins"/>
                <a:ea typeface="Poppins"/>
              </a:rPr>
              <a:t>, for ease of management. These files are loaded via the Include directive.</a:t>
            </a:r>
            <a:endParaRPr b="0" lang="en-US" sz="1800" spc="-1" strike="noStrike">
              <a:solidFill>
                <a:srgbClr val="000000"/>
              </a:solidFill>
              <a:latin typeface="Arial"/>
            </a:endParaRPr>
          </a:p>
        </p:txBody>
      </p:sp>
      <p:pic>
        <p:nvPicPr>
          <p:cNvPr id="360" name="Google Shape;527;p58" descr=""/>
          <p:cNvPicPr/>
          <p:nvPr/>
        </p:nvPicPr>
        <p:blipFill>
          <a:blip r:embed="rId1"/>
          <a:srcRect l="19126" t="10010" r="17495" b="8238"/>
          <a:stretch/>
        </p:blipFill>
        <p:spPr>
          <a:xfrm>
            <a:off x="7071480" y="288360"/>
            <a:ext cx="1004040" cy="1296360"/>
          </a:xfrm>
          <a:prstGeom prst="rect">
            <a:avLst/>
          </a:prstGeom>
          <a:ln w="0">
            <a:noFill/>
          </a:ln>
        </p:spPr>
      </p:pic>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1" name="CustomShape 1"/>
          <p:cNvSpPr/>
          <p:nvPr/>
        </p:nvSpPr>
        <p:spPr>
          <a:xfrm>
            <a:off x="720000" y="972360"/>
            <a:ext cx="5281560" cy="269280"/>
          </a:xfrm>
          <a:prstGeom prst="roundRect">
            <a:avLst>
              <a:gd name="adj" fmla="val 50000"/>
            </a:avLst>
          </a:prstGeom>
          <a:solidFill>
            <a:srgbClr val="f77967"/>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362" name="CustomShape 2"/>
          <p:cNvSpPr/>
          <p:nvPr/>
        </p:nvSpPr>
        <p:spPr>
          <a:xfrm>
            <a:off x="680040" y="534600"/>
            <a:ext cx="7700760" cy="609480"/>
          </a:xfrm>
          <a:prstGeom prst="rect">
            <a:avLst/>
          </a:prstGeom>
          <a:noFill/>
          <a:ln w="0">
            <a:noFill/>
          </a:ln>
        </p:spPr>
        <p:style>
          <a:lnRef idx="0"/>
          <a:fillRef idx="0"/>
          <a:effectRef idx="0"/>
          <a:fontRef idx="minor"/>
        </p:style>
        <p:txBody>
          <a:bodyPr lIns="90000" rIns="90000" tIns="91440" bIns="91440" anchor="t">
            <a:noAutofit/>
          </a:bodyPr>
          <a:p>
            <a:pPr>
              <a:lnSpc>
                <a:spcPct val="100000"/>
              </a:lnSpc>
            </a:pPr>
            <a:r>
              <a:rPr b="0" lang="en" sz="3200" spc="-1" strike="noStrike">
                <a:solidFill>
                  <a:srgbClr val="263238"/>
                </a:solidFill>
                <a:latin typeface="Poppins Black"/>
                <a:ea typeface="Poppins Black"/>
              </a:rPr>
              <a:t>Main Configuration File</a:t>
            </a:r>
            <a:endParaRPr b="0" lang="en-US" sz="3200" spc="-1" strike="noStrike">
              <a:solidFill>
                <a:srgbClr val="000000"/>
              </a:solidFill>
              <a:latin typeface="Arial"/>
            </a:endParaRPr>
          </a:p>
        </p:txBody>
      </p:sp>
      <p:sp>
        <p:nvSpPr>
          <p:cNvPr id="363" name="CustomShape 3"/>
          <p:cNvSpPr/>
          <p:nvPr/>
        </p:nvSpPr>
        <p:spPr>
          <a:xfrm>
            <a:off x="704520" y="1910520"/>
            <a:ext cx="7520400" cy="2651400"/>
          </a:xfrm>
          <a:prstGeom prst="rect">
            <a:avLst/>
          </a:prstGeom>
          <a:noFill/>
          <a:ln w="0">
            <a:noFill/>
          </a:ln>
        </p:spPr>
        <p:style>
          <a:lnRef idx="0"/>
          <a:fillRef idx="0"/>
          <a:effectRef idx="0"/>
          <a:fontRef idx="minor"/>
        </p:style>
        <p:txBody>
          <a:bodyPr lIns="90000" rIns="90000" tIns="91440" bIns="91440" anchor="t">
            <a:spAutoFit/>
          </a:bodyPr>
          <a:p>
            <a:pPr marL="457200" indent="-340920">
              <a:lnSpc>
                <a:spcPct val="150000"/>
              </a:lnSpc>
              <a:buClr>
                <a:srgbClr val="de4c36"/>
              </a:buClr>
              <a:buFont typeface="Poppins"/>
              <a:buChar char="●"/>
            </a:pPr>
            <a:r>
              <a:rPr b="0" lang="en" sz="1800" spc="-1" strike="noStrike">
                <a:solidFill>
                  <a:srgbClr val="263238"/>
                </a:solidFill>
                <a:latin typeface="Poppins"/>
                <a:ea typeface="Poppins"/>
              </a:rPr>
              <a:t>Ubuntu:</a:t>
            </a:r>
            <a:endParaRPr b="0" lang="en-US" sz="1800" spc="-1" strike="noStrike">
              <a:solidFill>
                <a:srgbClr val="000000"/>
              </a:solidFill>
              <a:latin typeface="Arial"/>
            </a:endParaRPr>
          </a:p>
          <a:p>
            <a:pPr marL="457200">
              <a:lnSpc>
                <a:spcPct val="150000"/>
              </a:lnSpc>
            </a:pPr>
            <a:r>
              <a:rPr b="0" lang="en" sz="1800" spc="-1" strike="noStrike">
                <a:solidFill>
                  <a:srgbClr val="de4c36"/>
                </a:solidFill>
                <a:latin typeface="Poppins"/>
                <a:ea typeface="Poppins"/>
              </a:rPr>
              <a:t>/etc/apache2/apache2.conf</a:t>
            </a:r>
            <a:endParaRPr b="0" lang="en-US" sz="1800" spc="-1" strike="noStrike">
              <a:solidFill>
                <a:srgbClr val="000000"/>
              </a:solidFill>
              <a:latin typeface="Arial"/>
            </a:endParaRPr>
          </a:p>
          <a:p>
            <a:pPr marL="457200">
              <a:lnSpc>
                <a:spcPct val="150000"/>
              </a:lnSpc>
            </a:pPr>
            <a:endParaRPr b="0" lang="en-US" sz="1800" spc="-1" strike="noStrike">
              <a:solidFill>
                <a:srgbClr val="000000"/>
              </a:solidFill>
              <a:latin typeface="Arial"/>
            </a:endParaRPr>
          </a:p>
          <a:p>
            <a:pPr marL="457200" indent="-340920">
              <a:lnSpc>
                <a:spcPct val="150000"/>
              </a:lnSpc>
              <a:buClr>
                <a:srgbClr val="de4c36"/>
              </a:buClr>
              <a:buFont typeface="Poppins"/>
              <a:buChar char="●"/>
            </a:pPr>
            <a:r>
              <a:rPr b="0" lang="en" sz="1800" spc="-1" strike="noStrike">
                <a:solidFill>
                  <a:srgbClr val="263238"/>
                </a:solidFill>
                <a:latin typeface="Poppins"/>
                <a:ea typeface="Poppins"/>
              </a:rPr>
              <a:t>RedHat or CentOS:</a:t>
            </a:r>
            <a:endParaRPr b="0" lang="en-US" sz="1800" spc="-1" strike="noStrike">
              <a:solidFill>
                <a:srgbClr val="000000"/>
              </a:solidFill>
              <a:latin typeface="Arial"/>
            </a:endParaRPr>
          </a:p>
          <a:p>
            <a:pPr marL="457200">
              <a:lnSpc>
                <a:spcPct val="150000"/>
              </a:lnSpc>
            </a:pPr>
            <a:r>
              <a:rPr b="0" lang="en" sz="1800" spc="-1" strike="noStrike">
                <a:solidFill>
                  <a:srgbClr val="de4c36"/>
                </a:solidFill>
                <a:latin typeface="Poppins"/>
                <a:ea typeface="Poppins"/>
              </a:rPr>
              <a:t>/etc/httpd/conf/httpd.conf</a:t>
            </a:r>
            <a:endParaRPr b="0" lang="en-US" sz="1800" spc="-1" strike="noStrike">
              <a:solidFill>
                <a:srgbClr val="000000"/>
              </a:solidFill>
              <a:latin typeface="Arial"/>
            </a:endParaRPr>
          </a:p>
          <a:p>
            <a:pPr marL="457200">
              <a:lnSpc>
                <a:spcPct val="150000"/>
              </a:lnSpc>
            </a:pPr>
            <a:endParaRPr b="0" lang="en-US" sz="1800" spc="-1" strike="noStrike">
              <a:solidFill>
                <a:srgbClr val="000000"/>
              </a:solidFill>
              <a:latin typeface="Arial"/>
            </a:endParaRPr>
          </a:p>
        </p:txBody>
      </p:sp>
      <p:pic>
        <p:nvPicPr>
          <p:cNvPr id="364" name="Google Shape;535;p59" descr=""/>
          <p:cNvPicPr/>
          <p:nvPr/>
        </p:nvPicPr>
        <p:blipFill>
          <a:blip r:embed="rId1"/>
          <a:srcRect l="19126" t="10010" r="17495" b="8238"/>
          <a:stretch/>
        </p:blipFill>
        <p:spPr>
          <a:xfrm>
            <a:off x="7071480" y="288360"/>
            <a:ext cx="1004040" cy="1296360"/>
          </a:xfrm>
          <a:prstGeom prst="rect">
            <a:avLst/>
          </a:prstGeom>
          <a:ln w="0">
            <a:noFill/>
          </a:ln>
        </p:spPr>
      </p:pic>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5" name="CustomShape 1"/>
          <p:cNvSpPr/>
          <p:nvPr/>
        </p:nvSpPr>
        <p:spPr>
          <a:xfrm>
            <a:off x="720000" y="972360"/>
            <a:ext cx="5281560" cy="269280"/>
          </a:xfrm>
          <a:prstGeom prst="roundRect">
            <a:avLst>
              <a:gd name="adj" fmla="val 50000"/>
            </a:avLst>
          </a:prstGeom>
          <a:solidFill>
            <a:srgbClr val="f77967"/>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366" name="CustomShape 2"/>
          <p:cNvSpPr/>
          <p:nvPr/>
        </p:nvSpPr>
        <p:spPr>
          <a:xfrm>
            <a:off x="680040" y="534600"/>
            <a:ext cx="7700760" cy="609480"/>
          </a:xfrm>
          <a:prstGeom prst="rect">
            <a:avLst/>
          </a:prstGeom>
          <a:noFill/>
          <a:ln w="0">
            <a:noFill/>
          </a:ln>
        </p:spPr>
        <p:style>
          <a:lnRef idx="0"/>
          <a:fillRef idx="0"/>
          <a:effectRef idx="0"/>
          <a:fontRef idx="minor"/>
        </p:style>
        <p:txBody>
          <a:bodyPr lIns="90000" rIns="90000" tIns="91440" bIns="91440" anchor="t">
            <a:noAutofit/>
          </a:bodyPr>
          <a:p>
            <a:pPr>
              <a:lnSpc>
                <a:spcPct val="100000"/>
              </a:lnSpc>
            </a:pPr>
            <a:r>
              <a:rPr b="0" lang="en" sz="3200" spc="-1" strike="noStrike">
                <a:solidFill>
                  <a:srgbClr val="263238"/>
                </a:solidFill>
                <a:latin typeface="Poppins Black"/>
                <a:ea typeface="Poppins Black"/>
              </a:rPr>
              <a:t>Directives</a:t>
            </a:r>
            <a:endParaRPr b="0" lang="en-US" sz="3200" spc="-1" strike="noStrike">
              <a:solidFill>
                <a:srgbClr val="000000"/>
              </a:solidFill>
              <a:latin typeface="Arial"/>
            </a:endParaRPr>
          </a:p>
        </p:txBody>
      </p:sp>
      <p:sp>
        <p:nvSpPr>
          <p:cNvPr id="367" name="CustomShape 3"/>
          <p:cNvSpPr/>
          <p:nvPr/>
        </p:nvSpPr>
        <p:spPr>
          <a:xfrm>
            <a:off x="475920" y="1549800"/>
            <a:ext cx="8293320" cy="3292920"/>
          </a:xfrm>
          <a:prstGeom prst="rect">
            <a:avLst/>
          </a:prstGeom>
          <a:noFill/>
          <a:ln w="0">
            <a:noFill/>
          </a:ln>
        </p:spPr>
        <p:style>
          <a:lnRef idx="0"/>
          <a:fillRef idx="0"/>
          <a:effectRef idx="0"/>
          <a:fontRef idx="minor"/>
        </p:style>
        <p:txBody>
          <a:bodyPr lIns="90000" rIns="90000" tIns="91440" bIns="91440" anchor="t">
            <a:spAutoFit/>
          </a:bodyPr>
          <a:p>
            <a:pPr marL="457200" indent="-334440">
              <a:lnSpc>
                <a:spcPct val="150000"/>
              </a:lnSpc>
              <a:buClr>
                <a:srgbClr val="de4c36"/>
              </a:buClr>
              <a:buFont typeface="Poppins"/>
              <a:buChar char="●"/>
            </a:pPr>
            <a:r>
              <a:rPr b="0" lang="en" sz="1700" spc="-1" strike="noStrike">
                <a:solidFill>
                  <a:srgbClr val="263238"/>
                </a:solidFill>
                <a:latin typeface="Poppins"/>
                <a:ea typeface="Poppins"/>
              </a:rPr>
              <a:t>The server is configured by placing </a:t>
            </a:r>
            <a:r>
              <a:rPr b="0" lang="en" sz="1700" spc="-1" strike="noStrike">
                <a:solidFill>
                  <a:srgbClr val="de4c36"/>
                </a:solidFill>
                <a:latin typeface="Poppins"/>
                <a:ea typeface="Poppins"/>
              </a:rPr>
              <a:t>configuration directives</a:t>
            </a:r>
            <a:r>
              <a:rPr b="0" lang="en" sz="1700" spc="-1" strike="noStrike">
                <a:solidFill>
                  <a:srgbClr val="263238"/>
                </a:solidFill>
                <a:latin typeface="Poppins"/>
                <a:ea typeface="Poppins"/>
              </a:rPr>
              <a:t> in configuration files.</a:t>
            </a:r>
            <a:endParaRPr b="0" lang="en-US" sz="1700" spc="-1" strike="noStrike">
              <a:solidFill>
                <a:srgbClr val="000000"/>
              </a:solidFill>
              <a:latin typeface="Arial"/>
            </a:endParaRPr>
          </a:p>
          <a:p>
            <a:pPr marL="457200" indent="-334440">
              <a:lnSpc>
                <a:spcPct val="150000"/>
              </a:lnSpc>
              <a:buClr>
                <a:srgbClr val="de4c36"/>
              </a:buClr>
              <a:buFont typeface="Poppins"/>
              <a:buChar char="●"/>
            </a:pPr>
            <a:r>
              <a:rPr b="0" lang="en" sz="1700" spc="-1" strike="noStrike">
                <a:solidFill>
                  <a:srgbClr val="263238"/>
                </a:solidFill>
                <a:latin typeface="Poppins"/>
                <a:ea typeface="Poppins"/>
              </a:rPr>
              <a:t>A directive is a </a:t>
            </a:r>
            <a:r>
              <a:rPr b="0" lang="en" sz="1700" spc="-1" strike="noStrike">
                <a:solidFill>
                  <a:srgbClr val="de4c36"/>
                </a:solidFill>
                <a:latin typeface="Poppins"/>
                <a:ea typeface="Poppins"/>
              </a:rPr>
              <a:t>keyword</a:t>
            </a:r>
            <a:r>
              <a:rPr b="0" lang="en" sz="1700" spc="-1" strike="noStrike">
                <a:solidFill>
                  <a:srgbClr val="263238"/>
                </a:solidFill>
                <a:latin typeface="Poppins"/>
                <a:ea typeface="Poppins"/>
              </a:rPr>
              <a:t> followed by one or more arguments that set its value.</a:t>
            </a:r>
            <a:endParaRPr b="0" lang="en-US" sz="1700" spc="-1" strike="noStrike">
              <a:solidFill>
                <a:srgbClr val="000000"/>
              </a:solidFill>
              <a:latin typeface="Arial"/>
            </a:endParaRPr>
          </a:p>
          <a:p>
            <a:pPr marL="457200" indent="-334440">
              <a:lnSpc>
                <a:spcPct val="150000"/>
              </a:lnSpc>
              <a:buClr>
                <a:srgbClr val="de4c36"/>
              </a:buClr>
              <a:buFont typeface="Poppins"/>
              <a:buChar char="●"/>
            </a:pPr>
            <a:r>
              <a:rPr b="0" lang="en" sz="1700" spc="-1" strike="noStrike">
                <a:solidFill>
                  <a:srgbClr val="263238"/>
                </a:solidFill>
                <a:latin typeface="Poppins"/>
                <a:ea typeface="Poppins"/>
              </a:rPr>
              <a:t>In addition to the main configuration files, certain directives may go in </a:t>
            </a:r>
            <a:r>
              <a:rPr b="0" lang="en" sz="1700" spc="-1" strike="noStrike">
                <a:solidFill>
                  <a:srgbClr val="de4c36"/>
                </a:solidFill>
                <a:latin typeface="Poppins"/>
                <a:ea typeface="Poppins"/>
              </a:rPr>
              <a:t>.htaccess</a:t>
            </a:r>
            <a:r>
              <a:rPr b="0" lang="en" sz="1700" spc="-1" strike="noStrike">
                <a:solidFill>
                  <a:srgbClr val="263238"/>
                </a:solidFill>
                <a:latin typeface="Poppins"/>
                <a:ea typeface="Poppins"/>
              </a:rPr>
              <a:t> files located in the </a:t>
            </a:r>
            <a:r>
              <a:rPr b="0" lang="en" sz="1700" spc="-1" strike="noStrike">
                <a:solidFill>
                  <a:srgbClr val="de4c36"/>
                </a:solidFill>
                <a:latin typeface="Poppins"/>
                <a:ea typeface="Poppins"/>
              </a:rPr>
              <a:t>content directories</a:t>
            </a:r>
            <a:r>
              <a:rPr b="0" lang="en" sz="1700" spc="-1" strike="noStrike">
                <a:solidFill>
                  <a:srgbClr val="263238"/>
                </a:solidFill>
                <a:latin typeface="Poppins"/>
                <a:ea typeface="Poppins"/>
              </a:rPr>
              <a:t>.</a:t>
            </a:r>
            <a:endParaRPr b="0" lang="en-US" sz="1700" spc="-1" strike="noStrike">
              <a:solidFill>
                <a:srgbClr val="000000"/>
              </a:solidFill>
              <a:latin typeface="Arial"/>
            </a:endParaRPr>
          </a:p>
          <a:p>
            <a:pPr marL="457200">
              <a:lnSpc>
                <a:spcPct val="150000"/>
              </a:lnSpc>
            </a:pPr>
            <a:r>
              <a:rPr b="0" lang="en" sz="1700" spc="-1" strike="noStrike">
                <a:solidFill>
                  <a:srgbClr val="263238"/>
                </a:solidFill>
                <a:latin typeface="Poppins"/>
                <a:ea typeface="Poppins"/>
              </a:rPr>
              <a:t>.htaccess files are primarily for people who do not have access to the main server configuration file(s)</a:t>
            </a:r>
            <a:endParaRPr b="0" lang="en-US" sz="1700" spc="-1" strike="noStrike">
              <a:solidFill>
                <a:srgbClr val="000000"/>
              </a:solidFill>
              <a:latin typeface="Arial"/>
            </a:endParaRPr>
          </a:p>
        </p:txBody>
      </p:sp>
      <p:pic>
        <p:nvPicPr>
          <p:cNvPr id="368" name="Google Shape;543;p60" descr=""/>
          <p:cNvPicPr/>
          <p:nvPr/>
        </p:nvPicPr>
        <p:blipFill>
          <a:blip r:embed="rId1"/>
          <a:stretch/>
        </p:blipFill>
        <p:spPr>
          <a:xfrm>
            <a:off x="6862320" y="165960"/>
            <a:ext cx="1346760" cy="1346760"/>
          </a:xfrm>
          <a:prstGeom prst="rect">
            <a:avLst/>
          </a:prstGeom>
          <a:ln w="0">
            <a:noFill/>
          </a:ln>
        </p:spPr>
      </p:pic>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9" name="CustomShape 1"/>
          <p:cNvSpPr/>
          <p:nvPr/>
        </p:nvSpPr>
        <p:spPr>
          <a:xfrm>
            <a:off x="720000" y="972360"/>
            <a:ext cx="5281560" cy="269280"/>
          </a:xfrm>
          <a:prstGeom prst="roundRect">
            <a:avLst>
              <a:gd name="adj" fmla="val 50000"/>
            </a:avLst>
          </a:prstGeom>
          <a:solidFill>
            <a:srgbClr val="f77967"/>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370" name="CustomShape 2"/>
          <p:cNvSpPr/>
          <p:nvPr/>
        </p:nvSpPr>
        <p:spPr>
          <a:xfrm>
            <a:off x="680040" y="534600"/>
            <a:ext cx="7700760" cy="609480"/>
          </a:xfrm>
          <a:prstGeom prst="rect">
            <a:avLst/>
          </a:prstGeom>
          <a:noFill/>
          <a:ln w="0">
            <a:noFill/>
          </a:ln>
        </p:spPr>
        <p:style>
          <a:lnRef idx="0"/>
          <a:fillRef idx="0"/>
          <a:effectRef idx="0"/>
          <a:fontRef idx="minor"/>
        </p:style>
        <p:txBody>
          <a:bodyPr lIns="90000" rIns="90000" tIns="91440" bIns="91440" anchor="t">
            <a:noAutofit/>
          </a:bodyPr>
          <a:p>
            <a:pPr>
              <a:lnSpc>
                <a:spcPct val="100000"/>
              </a:lnSpc>
            </a:pPr>
            <a:r>
              <a:rPr b="0" lang="en" sz="3200" spc="-1" strike="noStrike">
                <a:solidFill>
                  <a:srgbClr val="263238"/>
                </a:solidFill>
                <a:latin typeface="Poppins Black"/>
                <a:ea typeface="Poppins Black"/>
              </a:rPr>
              <a:t>Public Web Files</a:t>
            </a:r>
            <a:endParaRPr b="0" lang="en-US" sz="3200" spc="-1" strike="noStrike">
              <a:solidFill>
                <a:srgbClr val="000000"/>
              </a:solidFill>
              <a:latin typeface="Arial"/>
            </a:endParaRPr>
          </a:p>
        </p:txBody>
      </p:sp>
      <p:sp>
        <p:nvSpPr>
          <p:cNvPr id="371" name="CustomShape 3"/>
          <p:cNvSpPr/>
          <p:nvPr/>
        </p:nvSpPr>
        <p:spPr>
          <a:xfrm>
            <a:off x="628560" y="1910520"/>
            <a:ext cx="7520400" cy="2239920"/>
          </a:xfrm>
          <a:prstGeom prst="rect">
            <a:avLst/>
          </a:prstGeom>
          <a:noFill/>
          <a:ln w="0">
            <a:noFill/>
          </a:ln>
        </p:spPr>
        <p:style>
          <a:lnRef idx="0"/>
          <a:fillRef idx="0"/>
          <a:effectRef idx="0"/>
          <a:fontRef idx="minor"/>
        </p:style>
        <p:txBody>
          <a:bodyPr lIns="90000" rIns="90000" tIns="91440" bIns="91440" anchor="t">
            <a:spAutoFit/>
          </a:bodyPr>
          <a:p>
            <a:pPr marL="457200" indent="-340920">
              <a:lnSpc>
                <a:spcPct val="150000"/>
              </a:lnSpc>
              <a:buClr>
                <a:srgbClr val="de4c36"/>
              </a:buClr>
              <a:buFont typeface="Poppins"/>
              <a:buChar char="●"/>
            </a:pPr>
            <a:r>
              <a:rPr b="0" lang="en" sz="1800" spc="-1" strike="noStrike">
                <a:solidFill>
                  <a:srgbClr val="263238"/>
                </a:solidFill>
                <a:latin typeface="Poppins"/>
                <a:ea typeface="Poppins"/>
              </a:rPr>
              <a:t>Ubuntu:</a:t>
            </a:r>
            <a:endParaRPr b="0" lang="en-US" sz="1800" spc="-1" strike="noStrike">
              <a:solidFill>
                <a:srgbClr val="000000"/>
              </a:solidFill>
              <a:latin typeface="Arial"/>
            </a:endParaRPr>
          </a:p>
          <a:p>
            <a:pPr marL="457200">
              <a:lnSpc>
                <a:spcPct val="150000"/>
              </a:lnSpc>
            </a:pPr>
            <a:r>
              <a:rPr b="0" lang="en" sz="1800" spc="-1" strike="noStrike">
                <a:solidFill>
                  <a:srgbClr val="de4c36"/>
                </a:solidFill>
                <a:latin typeface="Poppins"/>
                <a:ea typeface="Poppins"/>
              </a:rPr>
              <a:t>/var/www/html</a:t>
            </a:r>
            <a:endParaRPr b="0" lang="en-US" sz="1800" spc="-1" strike="noStrike">
              <a:solidFill>
                <a:srgbClr val="000000"/>
              </a:solidFill>
              <a:latin typeface="Arial"/>
            </a:endParaRPr>
          </a:p>
          <a:p>
            <a:pPr marL="457200">
              <a:lnSpc>
                <a:spcPct val="150000"/>
              </a:lnSpc>
            </a:pPr>
            <a:endParaRPr b="0" lang="en-US" sz="1800" spc="-1" strike="noStrike">
              <a:solidFill>
                <a:srgbClr val="000000"/>
              </a:solidFill>
              <a:latin typeface="Arial"/>
            </a:endParaRPr>
          </a:p>
          <a:p>
            <a:pPr marL="457200" indent="-340920">
              <a:lnSpc>
                <a:spcPct val="150000"/>
              </a:lnSpc>
              <a:buClr>
                <a:srgbClr val="de4c36"/>
              </a:buClr>
              <a:buFont typeface="Poppins"/>
              <a:buChar char="●"/>
            </a:pPr>
            <a:r>
              <a:rPr b="0" lang="en" sz="1800" spc="-1" strike="noStrike">
                <a:solidFill>
                  <a:srgbClr val="263238"/>
                </a:solidFill>
                <a:latin typeface="Poppins"/>
                <a:ea typeface="Poppins"/>
              </a:rPr>
              <a:t>RedHat or CentOS:</a:t>
            </a:r>
            <a:endParaRPr b="0" lang="en-US" sz="1800" spc="-1" strike="noStrike">
              <a:solidFill>
                <a:srgbClr val="000000"/>
              </a:solidFill>
              <a:latin typeface="Arial"/>
            </a:endParaRPr>
          </a:p>
          <a:p>
            <a:pPr marL="457200">
              <a:lnSpc>
                <a:spcPct val="150000"/>
              </a:lnSpc>
            </a:pPr>
            <a:r>
              <a:rPr b="0" lang="en" sz="1800" spc="-1" strike="noStrike">
                <a:solidFill>
                  <a:srgbClr val="de4c36"/>
                </a:solidFill>
                <a:latin typeface="Poppins"/>
                <a:ea typeface="Poppins"/>
              </a:rPr>
              <a:t>/var/www/html</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2" name="CustomShape 1"/>
          <p:cNvSpPr/>
          <p:nvPr/>
        </p:nvSpPr>
        <p:spPr>
          <a:xfrm>
            <a:off x="720000" y="972360"/>
            <a:ext cx="5281560" cy="269280"/>
          </a:xfrm>
          <a:prstGeom prst="roundRect">
            <a:avLst>
              <a:gd name="adj" fmla="val 50000"/>
            </a:avLst>
          </a:prstGeom>
          <a:solidFill>
            <a:srgbClr val="f77967"/>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373" name="CustomShape 2"/>
          <p:cNvSpPr/>
          <p:nvPr/>
        </p:nvSpPr>
        <p:spPr>
          <a:xfrm>
            <a:off x="680040" y="534600"/>
            <a:ext cx="7700760" cy="609480"/>
          </a:xfrm>
          <a:prstGeom prst="rect">
            <a:avLst/>
          </a:prstGeom>
          <a:noFill/>
          <a:ln w="0">
            <a:noFill/>
          </a:ln>
        </p:spPr>
        <p:style>
          <a:lnRef idx="0"/>
          <a:fillRef idx="0"/>
          <a:effectRef idx="0"/>
          <a:fontRef idx="minor"/>
        </p:style>
        <p:txBody>
          <a:bodyPr lIns="90000" rIns="90000" tIns="91440" bIns="91440" anchor="t">
            <a:noAutofit/>
          </a:bodyPr>
          <a:p>
            <a:pPr>
              <a:lnSpc>
                <a:spcPct val="100000"/>
              </a:lnSpc>
            </a:pPr>
            <a:r>
              <a:rPr b="0" lang="en" sz="3200" spc="-1" strike="noStrike">
                <a:solidFill>
                  <a:srgbClr val="263238"/>
                </a:solidFill>
                <a:latin typeface="Poppins Black"/>
                <a:ea typeface="Poppins Black"/>
              </a:rPr>
              <a:t>Directives Examples</a:t>
            </a:r>
            <a:endParaRPr b="0" lang="en-US" sz="3200" spc="-1" strike="noStrike">
              <a:solidFill>
                <a:srgbClr val="000000"/>
              </a:solidFill>
              <a:latin typeface="Arial"/>
            </a:endParaRPr>
          </a:p>
        </p:txBody>
      </p:sp>
      <p:sp>
        <p:nvSpPr>
          <p:cNvPr id="374" name="CustomShape 3"/>
          <p:cNvSpPr/>
          <p:nvPr/>
        </p:nvSpPr>
        <p:spPr>
          <a:xfrm>
            <a:off x="591480" y="1508760"/>
            <a:ext cx="7520400" cy="3609720"/>
          </a:xfrm>
          <a:prstGeom prst="rect">
            <a:avLst/>
          </a:prstGeom>
          <a:noFill/>
          <a:ln w="0">
            <a:noFill/>
          </a:ln>
        </p:spPr>
        <p:style>
          <a:lnRef idx="0"/>
          <a:fillRef idx="0"/>
          <a:effectRef idx="0"/>
          <a:fontRef idx="minor"/>
        </p:style>
        <p:txBody>
          <a:bodyPr lIns="90000" rIns="90000" tIns="91440" bIns="91440" anchor="t">
            <a:spAutoFit/>
          </a:bodyPr>
          <a:p>
            <a:pPr marL="457200" indent="-321840">
              <a:lnSpc>
                <a:spcPct val="150000"/>
              </a:lnSpc>
              <a:buClr>
                <a:srgbClr val="de4c36"/>
              </a:buClr>
              <a:buFont typeface="Poppins"/>
              <a:buChar char="●"/>
            </a:pPr>
            <a:r>
              <a:rPr b="1" lang="en" sz="1500" spc="-1" strike="noStrike">
                <a:solidFill>
                  <a:srgbClr val="263238"/>
                </a:solidFill>
                <a:latin typeface="Poppins"/>
                <a:ea typeface="Poppins"/>
              </a:rPr>
              <a:t>ServerRoot</a:t>
            </a:r>
            <a:r>
              <a:rPr b="0" lang="en" sz="1500" spc="-1" strike="noStrike">
                <a:solidFill>
                  <a:srgbClr val="263238"/>
                </a:solidFill>
                <a:latin typeface="Poppins"/>
                <a:ea typeface="Poppins"/>
              </a:rPr>
              <a:t> directive</a:t>
            </a:r>
            <a:endParaRPr b="0" lang="en-US" sz="1500" spc="-1" strike="noStrike">
              <a:solidFill>
                <a:srgbClr val="000000"/>
              </a:solidFill>
              <a:latin typeface="Arial"/>
            </a:endParaRPr>
          </a:p>
          <a:p>
            <a:pPr marL="457200">
              <a:lnSpc>
                <a:spcPct val="150000"/>
              </a:lnSpc>
            </a:pPr>
            <a:r>
              <a:rPr b="0" lang="en" sz="1500" spc="-1" strike="noStrike">
                <a:solidFill>
                  <a:srgbClr val="263238"/>
                </a:solidFill>
                <a:latin typeface="Poppins"/>
                <a:ea typeface="Poppins"/>
              </a:rPr>
              <a:t>The path to the server’s configuration.</a:t>
            </a:r>
            <a:endParaRPr b="0" lang="en-US" sz="1500" spc="-1" strike="noStrike">
              <a:solidFill>
                <a:srgbClr val="000000"/>
              </a:solidFill>
              <a:latin typeface="Arial"/>
            </a:endParaRPr>
          </a:p>
          <a:p>
            <a:pPr marL="457200">
              <a:lnSpc>
                <a:spcPct val="150000"/>
              </a:lnSpc>
            </a:pPr>
            <a:endParaRPr b="0" lang="en-US" sz="1500" spc="-1" strike="noStrike">
              <a:solidFill>
                <a:srgbClr val="000000"/>
              </a:solidFill>
              <a:latin typeface="Arial"/>
            </a:endParaRPr>
          </a:p>
          <a:p>
            <a:pPr marL="457200" indent="-321840">
              <a:lnSpc>
                <a:spcPct val="150000"/>
              </a:lnSpc>
              <a:buClr>
                <a:srgbClr val="de4c36"/>
              </a:buClr>
              <a:buFont typeface="Poppins"/>
              <a:buChar char="●"/>
            </a:pPr>
            <a:r>
              <a:rPr b="1" lang="en" sz="1500" spc="-1" strike="noStrike">
                <a:solidFill>
                  <a:srgbClr val="263238"/>
                </a:solidFill>
                <a:latin typeface="Poppins"/>
                <a:ea typeface="Poppins"/>
              </a:rPr>
              <a:t>PidFile</a:t>
            </a:r>
            <a:r>
              <a:rPr b="0" lang="en" sz="1500" spc="-1" strike="noStrike">
                <a:solidFill>
                  <a:srgbClr val="263238"/>
                </a:solidFill>
                <a:latin typeface="Poppins"/>
                <a:ea typeface="Poppins"/>
              </a:rPr>
              <a:t> directive</a:t>
            </a:r>
            <a:endParaRPr b="0" lang="en-US" sz="1500" spc="-1" strike="noStrike">
              <a:solidFill>
                <a:srgbClr val="000000"/>
              </a:solidFill>
              <a:latin typeface="Arial"/>
            </a:endParaRPr>
          </a:p>
          <a:p>
            <a:pPr marL="457200">
              <a:lnSpc>
                <a:spcPct val="150000"/>
              </a:lnSpc>
            </a:pPr>
            <a:r>
              <a:rPr b="0" lang="en" sz="1500" spc="-1" strike="noStrike">
                <a:solidFill>
                  <a:srgbClr val="263238"/>
                </a:solidFill>
                <a:latin typeface="Poppins"/>
                <a:ea typeface="Poppins"/>
              </a:rPr>
              <a:t>The process identification number for the httpd registered at starting the server.</a:t>
            </a:r>
            <a:endParaRPr b="0" lang="en-US" sz="1500" spc="-1" strike="noStrike">
              <a:solidFill>
                <a:srgbClr val="000000"/>
              </a:solidFill>
              <a:latin typeface="Arial"/>
            </a:endParaRPr>
          </a:p>
          <a:p>
            <a:pPr marL="457200">
              <a:lnSpc>
                <a:spcPct val="150000"/>
              </a:lnSpc>
            </a:pPr>
            <a:endParaRPr b="0" lang="en-US" sz="1500" spc="-1" strike="noStrike">
              <a:solidFill>
                <a:srgbClr val="000000"/>
              </a:solidFill>
              <a:latin typeface="Arial"/>
            </a:endParaRPr>
          </a:p>
          <a:p>
            <a:pPr marL="457200" indent="-321840">
              <a:lnSpc>
                <a:spcPct val="150000"/>
              </a:lnSpc>
              <a:buClr>
                <a:srgbClr val="de4c36"/>
              </a:buClr>
              <a:buFont typeface="Poppins"/>
              <a:buChar char="●"/>
            </a:pPr>
            <a:r>
              <a:rPr b="1" lang="en" sz="1500" spc="-1" strike="noStrike">
                <a:solidFill>
                  <a:srgbClr val="263238"/>
                </a:solidFill>
                <a:latin typeface="Poppins"/>
                <a:ea typeface="Poppins"/>
              </a:rPr>
              <a:t>ServerName</a:t>
            </a:r>
            <a:r>
              <a:rPr b="0" lang="en" sz="1500" spc="-1" strike="noStrike">
                <a:solidFill>
                  <a:srgbClr val="263238"/>
                </a:solidFill>
                <a:latin typeface="Poppins"/>
                <a:ea typeface="Poppins"/>
              </a:rPr>
              <a:t> directive</a:t>
            </a:r>
            <a:endParaRPr b="0" lang="en-US" sz="1500" spc="-1" strike="noStrike">
              <a:solidFill>
                <a:srgbClr val="000000"/>
              </a:solidFill>
              <a:latin typeface="Arial"/>
            </a:endParaRPr>
          </a:p>
          <a:p>
            <a:pPr marL="457200">
              <a:lnSpc>
                <a:spcPct val="150000"/>
              </a:lnSpc>
            </a:pPr>
            <a:r>
              <a:rPr b="0" lang="en" sz="1500" spc="-1" strike="noStrike">
                <a:solidFill>
                  <a:srgbClr val="263238"/>
                </a:solidFill>
                <a:latin typeface="Poppins"/>
                <a:ea typeface="Poppins"/>
              </a:rPr>
              <a:t>This is where you declare the name of your website.</a:t>
            </a:r>
            <a:endParaRPr b="0" lang="en-US" sz="1500" spc="-1" strike="noStrike">
              <a:solidFill>
                <a:srgbClr val="000000"/>
              </a:solidFill>
              <a:latin typeface="Arial"/>
            </a:endParaRPr>
          </a:p>
          <a:p>
            <a:pPr marL="457200">
              <a:lnSpc>
                <a:spcPct val="150000"/>
              </a:lnSpc>
            </a:pPr>
            <a:endParaRPr b="0" lang="en-US" sz="15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5" name="CustomShape 1"/>
          <p:cNvSpPr/>
          <p:nvPr/>
        </p:nvSpPr>
        <p:spPr>
          <a:xfrm>
            <a:off x="720000" y="972360"/>
            <a:ext cx="5281560" cy="269280"/>
          </a:xfrm>
          <a:prstGeom prst="roundRect">
            <a:avLst>
              <a:gd name="adj" fmla="val 50000"/>
            </a:avLst>
          </a:prstGeom>
          <a:solidFill>
            <a:srgbClr val="f77967"/>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376" name="CustomShape 2"/>
          <p:cNvSpPr/>
          <p:nvPr/>
        </p:nvSpPr>
        <p:spPr>
          <a:xfrm>
            <a:off x="680040" y="534600"/>
            <a:ext cx="7700760" cy="609480"/>
          </a:xfrm>
          <a:prstGeom prst="rect">
            <a:avLst/>
          </a:prstGeom>
          <a:noFill/>
          <a:ln w="0">
            <a:noFill/>
          </a:ln>
        </p:spPr>
        <p:style>
          <a:lnRef idx="0"/>
          <a:fillRef idx="0"/>
          <a:effectRef idx="0"/>
          <a:fontRef idx="minor"/>
        </p:style>
        <p:txBody>
          <a:bodyPr lIns="90000" rIns="90000" tIns="91440" bIns="91440" anchor="t">
            <a:noAutofit/>
          </a:bodyPr>
          <a:p>
            <a:pPr>
              <a:lnSpc>
                <a:spcPct val="100000"/>
              </a:lnSpc>
            </a:pPr>
            <a:r>
              <a:rPr b="0" lang="en" sz="3200" spc="-1" strike="noStrike">
                <a:solidFill>
                  <a:srgbClr val="263238"/>
                </a:solidFill>
                <a:latin typeface="Poppins Black"/>
                <a:ea typeface="Poppins Black"/>
              </a:rPr>
              <a:t>Directives Examples  -  Cont.</a:t>
            </a:r>
            <a:endParaRPr b="0" lang="en-US" sz="3200" spc="-1" strike="noStrike">
              <a:solidFill>
                <a:srgbClr val="000000"/>
              </a:solidFill>
              <a:latin typeface="Arial"/>
            </a:endParaRPr>
          </a:p>
        </p:txBody>
      </p:sp>
      <p:sp>
        <p:nvSpPr>
          <p:cNvPr id="377" name="CustomShape 3"/>
          <p:cNvSpPr/>
          <p:nvPr/>
        </p:nvSpPr>
        <p:spPr>
          <a:xfrm>
            <a:off x="628560" y="1910520"/>
            <a:ext cx="7520400" cy="2581560"/>
          </a:xfrm>
          <a:prstGeom prst="rect">
            <a:avLst/>
          </a:prstGeom>
          <a:noFill/>
          <a:ln w="0">
            <a:noFill/>
          </a:ln>
        </p:spPr>
        <p:style>
          <a:lnRef idx="0"/>
          <a:fillRef idx="0"/>
          <a:effectRef idx="0"/>
          <a:fontRef idx="minor"/>
        </p:style>
        <p:txBody>
          <a:bodyPr lIns="90000" rIns="90000" tIns="91440" bIns="91440" anchor="t">
            <a:spAutoFit/>
          </a:bodyPr>
          <a:p>
            <a:pPr marL="457200" indent="-321840">
              <a:lnSpc>
                <a:spcPct val="150000"/>
              </a:lnSpc>
              <a:buClr>
                <a:srgbClr val="de4c36"/>
              </a:buClr>
              <a:buFont typeface="Poppins"/>
              <a:buChar char="●"/>
            </a:pPr>
            <a:r>
              <a:rPr b="1" lang="en" sz="1500" spc="-1" strike="noStrike">
                <a:solidFill>
                  <a:srgbClr val="263238"/>
                </a:solidFill>
                <a:latin typeface="Poppins"/>
                <a:ea typeface="Poppins"/>
              </a:rPr>
              <a:t>DocumentRoot</a:t>
            </a:r>
            <a:r>
              <a:rPr b="0" lang="en" sz="1500" spc="-1" strike="noStrike">
                <a:solidFill>
                  <a:srgbClr val="263238"/>
                </a:solidFill>
                <a:latin typeface="Poppins"/>
                <a:ea typeface="Poppins"/>
              </a:rPr>
              <a:t> directive</a:t>
            </a:r>
            <a:endParaRPr b="0" lang="en-US" sz="1500" spc="-1" strike="noStrike">
              <a:solidFill>
                <a:srgbClr val="000000"/>
              </a:solidFill>
              <a:latin typeface="Arial"/>
            </a:endParaRPr>
          </a:p>
          <a:p>
            <a:pPr marL="457200">
              <a:lnSpc>
                <a:spcPct val="150000"/>
              </a:lnSpc>
            </a:pPr>
            <a:r>
              <a:rPr b="0" lang="en" sz="1500" spc="-1" strike="noStrike">
                <a:solidFill>
                  <a:srgbClr val="263238"/>
                </a:solidFill>
                <a:latin typeface="Poppins"/>
                <a:ea typeface="Poppins"/>
              </a:rPr>
              <a:t>This is where your web documents (html files, images etc) should be</a:t>
            </a:r>
            <a:endParaRPr b="0" lang="en-US" sz="1500" spc="-1" strike="noStrike">
              <a:solidFill>
                <a:srgbClr val="000000"/>
              </a:solidFill>
              <a:latin typeface="Arial"/>
            </a:endParaRPr>
          </a:p>
          <a:p>
            <a:pPr marL="457200">
              <a:lnSpc>
                <a:spcPct val="150000"/>
              </a:lnSpc>
            </a:pPr>
            <a:r>
              <a:rPr b="0" lang="en" sz="1500" spc="-1" strike="noStrike">
                <a:solidFill>
                  <a:srgbClr val="263238"/>
                </a:solidFill>
                <a:latin typeface="Poppins"/>
                <a:ea typeface="Poppins"/>
              </a:rPr>
              <a:t>located.</a:t>
            </a:r>
            <a:endParaRPr b="0" lang="en-US" sz="1500" spc="-1" strike="noStrike">
              <a:solidFill>
                <a:srgbClr val="000000"/>
              </a:solidFill>
              <a:latin typeface="Arial"/>
            </a:endParaRPr>
          </a:p>
          <a:p>
            <a:pPr marL="457200" indent="-321840">
              <a:lnSpc>
                <a:spcPct val="150000"/>
              </a:lnSpc>
              <a:buClr>
                <a:srgbClr val="de4c36"/>
              </a:buClr>
              <a:buFont typeface="Poppins"/>
              <a:buChar char="●"/>
            </a:pPr>
            <a:r>
              <a:rPr b="1" lang="en" sz="1500" spc="-1" strike="noStrike">
                <a:solidFill>
                  <a:srgbClr val="263238"/>
                </a:solidFill>
                <a:latin typeface="Poppins"/>
                <a:ea typeface="Poppins"/>
              </a:rPr>
              <a:t>Listen</a:t>
            </a:r>
            <a:r>
              <a:rPr b="0" lang="en" sz="1500" spc="-1" strike="noStrike">
                <a:solidFill>
                  <a:srgbClr val="263238"/>
                </a:solidFill>
                <a:latin typeface="Poppins"/>
                <a:ea typeface="Poppins"/>
              </a:rPr>
              <a:t> directive</a:t>
            </a:r>
            <a:endParaRPr b="0" lang="en-US" sz="1500" spc="-1" strike="noStrike">
              <a:solidFill>
                <a:srgbClr val="000000"/>
              </a:solidFill>
              <a:latin typeface="Arial"/>
            </a:endParaRPr>
          </a:p>
          <a:p>
            <a:pPr marL="457200">
              <a:lnSpc>
                <a:spcPct val="150000"/>
              </a:lnSpc>
            </a:pPr>
            <a:r>
              <a:rPr b="0" lang="en" sz="1500" spc="-1" strike="noStrike">
                <a:solidFill>
                  <a:srgbClr val="263238"/>
                </a:solidFill>
                <a:latin typeface="Poppins"/>
                <a:ea typeface="Poppins"/>
              </a:rPr>
              <a:t>The Listen directive instructs Apache httpd to listen to only specific IP</a:t>
            </a:r>
            <a:endParaRPr b="0" lang="en-US" sz="1500" spc="-1" strike="noStrike">
              <a:solidFill>
                <a:srgbClr val="000000"/>
              </a:solidFill>
              <a:latin typeface="Arial"/>
            </a:endParaRPr>
          </a:p>
          <a:p>
            <a:pPr marL="457200">
              <a:lnSpc>
                <a:spcPct val="150000"/>
              </a:lnSpc>
            </a:pPr>
            <a:r>
              <a:rPr b="0" lang="en" sz="1500" spc="-1" strike="noStrike">
                <a:solidFill>
                  <a:srgbClr val="263238"/>
                </a:solidFill>
                <a:latin typeface="Poppins"/>
                <a:ea typeface="Poppins"/>
              </a:rPr>
              <a:t>addresses or ports</a:t>
            </a:r>
            <a:endParaRPr b="0" lang="en-US" sz="1500" spc="-1" strike="noStrike">
              <a:solidFill>
                <a:srgbClr val="000000"/>
              </a:solidFill>
              <a:latin typeface="Arial"/>
            </a:endParaRPr>
          </a:p>
          <a:p>
            <a:pPr marL="457200">
              <a:lnSpc>
                <a:spcPct val="150000"/>
              </a:lnSpc>
            </a:pPr>
            <a:endParaRPr b="0" lang="en-US" sz="15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8" name="CustomShape 1"/>
          <p:cNvSpPr/>
          <p:nvPr/>
        </p:nvSpPr>
        <p:spPr>
          <a:xfrm>
            <a:off x="720000" y="972360"/>
            <a:ext cx="5281560" cy="269280"/>
          </a:xfrm>
          <a:prstGeom prst="roundRect">
            <a:avLst>
              <a:gd name="adj" fmla="val 50000"/>
            </a:avLst>
          </a:prstGeom>
          <a:solidFill>
            <a:srgbClr val="f77967"/>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379" name="CustomShape 2"/>
          <p:cNvSpPr/>
          <p:nvPr/>
        </p:nvSpPr>
        <p:spPr>
          <a:xfrm>
            <a:off x="680040" y="534600"/>
            <a:ext cx="7700760" cy="609480"/>
          </a:xfrm>
          <a:prstGeom prst="rect">
            <a:avLst/>
          </a:prstGeom>
          <a:noFill/>
          <a:ln w="0">
            <a:noFill/>
          </a:ln>
        </p:spPr>
        <p:style>
          <a:lnRef idx="0"/>
          <a:fillRef idx="0"/>
          <a:effectRef idx="0"/>
          <a:fontRef idx="minor"/>
        </p:style>
        <p:txBody>
          <a:bodyPr lIns="90000" rIns="90000" tIns="91440" bIns="91440" anchor="t">
            <a:noAutofit/>
          </a:bodyPr>
          <a:p>
            <a:pPr>
              <a:lnSpc>
                <a:spcPct val="100000"/>
              </a:lnSpc>
            </a:pPr>
            <a:r>
              <a:rPr b="0" lang="en" sz="3200" spc="-1" strike="noStrike">
                <a:solidFill>
                  <a:srgbClr val="263238"/>
                </a:solidFill>
                <a:latin typeface="Poppins Black"/>
                <a:ea typeface="Poppins Black"/>
              </a:rPr>
              <a:t>Directives Contexts</a:t>
            </a:r>
            <a:endParaRPr b="0" lang="en-US" sz="3200" spc="-1" strike="noStrike">
              <a:solidFill>
                <a:srgbClr val="000000"/>
              </a:solidFill>
              <a:latin typeface="Arial"/>
            </a:endParaRPr>
          </a:p>
        </p:txBody>
      </p:sp>
      <p:sp>
        <p:nvSpPr>
          <p:cNvPr id="380" name="CustomShape 3"/>
          <p:cNvSpPr/>
          <p:nvPr/>
        </p:nvSpPr>
        <p:spPr>
          <a:xfrm>
            <a:off x="540000" y="1543680"/>
            <a:ext cx="7806960" cy="3156120"/>
          </a:xfrm>
          <a:prstGeom prst="rect">
            <a:avLst/>
          </a:prstGeom>
          <a:noFill/>
          <a:ln w="0">
            <a:noFill/>
          </a:ln>
        </p:spPr>
        <p:style>
          <a:lnRef idx="0"/>
          <a:fillRef idx="0"/>
          <a:effectRef idx="0"/>
          <a:fontRef idx="minor"/>
        </p:style>
        <p:txBody>
          <a:bodyPr lIns="90000" rIns="90000" tIns="91440" bIns="91440" anchor="t">
            <a:spAutoFit/>
          </a:bodyPr>
          <a:p>
            <a:pPr marL="457200" indent="-308880">
              <a:lnSpc>
                <a:spcPct val="150000"/>
              </a:lnSpc>
              <a:buClr>
                <a:srgbClr val="de4c36"/>
              </a:buClr>
              <a:buFont typeface="Poppins"/>
              <a:buChar char="●"/>
            </a:pPr>
            <a:r>
              <a:rPr b="1" lang="en" sz="1300" spc="-1" strike="noStrike">
                <a:solidFill>
                  <a:srgbClr val="263238"/>
                </a:solidFill>
                <a:latin typeface="Poppins"/>
                <a:ea typeface="Poppins"/>
              </a:rPr>
              <a:t>Server config: </a:t>
            </a:r>
            <a:r>
              <a:rPr b="0" lang="en" sz="1300" spc="-1" strike="noStrike">
                <a:solidFill>
                  <a:srgbClr val="263238"/>
                </a:solidFill>
                <a:latin typeface="Poppins"/>
                <a:ea typeface="Poppins"/>
              </a:rPr>
              <a:t>This means that the directive may be used in the server configuration files (e.g., httpd.conf), but not within any &lt;VirtualHost&gt; or &lt;Directory&gt; containers. It is not allowed in .htaccess files at all.</a:t>
            </a:r>
            <a:endParaRPr b="0" lang="en-US" sz="1300" spc="-1" strike="noStrike">
              <a:solidFill>
                <a:srgbClr val="000000"/>
              </a:solidFill>
              <a:latin typeface="Arial"/>
            </a:endParaRPr>
          </a:p>
          <a:p>
            <a:pPr marL="457200" indent="-308880">
              <a:lnSpc>
                <a:spcPct val="150000"/>
              </a:lnSpc>
              <a:buClr>
                <a:srgbClr val="de4c36"/>
              </a:buClr>
              <a:buFont typeface="Poppins"/>
              <a:buChar char="●"/>
            </a:pPr>
            <a:r>
              <a:rPr b="1" lang="en" sz="1300" spc="-1" strike="noStrike">
                <a:solidFill>
                  <a:srgbClr val="263238"/>
                </a:solidFill>
                <a:latin typeface="Poppins"/>
                <a:ea typeface="Poppins"/>
              </a:rPr>
              <a:t>Virtual host : </a:t>
            </a:r>
            <a:r>
              <a:rPr b="0" lang="en" sz="1300" spc="-1" strike="noStrike">
                <a:solidFill>
                  <a:srgbClr val="263238"/>
                </a:solidFill>
                <a:latin typeface="Poppins"/>
                <a:ea typeface="Poppins"/>
              </a:rPr>
              <a:t>This context means that the directive may appear inside &lt;VirtualHost&gt; containers in the server configuration files. Directory :A directive marked as being valid in this context may be used inside &lt;Directory&gt;, &lt;Location&gt;, &lt;Files&gt;, and &lt;Proxy&gt; containers in the server configuration files, subject to the restrictions outlined in Configuration Sections.</a:t>
            </a:r>
            <a:endParaRPr b="0" lang="en-US" sz="1300" spc="-1" strike="noStrike">
              <a:solidFill>
                <a:srgbClr val="000000"/>
              </a:solidFill>
              <a:latin typeface="Arial"/>
            </a:endParaRPr>
          </a:p>
          <a:p>
            <a:pPr marL="457200" indent="-308880">
              <a:lnSpc>
                <a:spcPct val="150000"/>
              </a:lnSpc>
              <a:buClr>
                <a:srgbClr val="de4c36"/>
              </a:buClr>
              <a:buFont typeface="Poppins"/>
              <a:buChar char="●"/>
            </a:pPr>
            <a:r>
              <a:rPr b="1" lang="en" sz="1300" spc="-1" strike="noStrike">
                <a:solidFill>
                  <a:srgbClr val="263238"/>
                </a:solidFill>
                <a:latin typeface="Poppins"/>
                <a:ea typeface="Poppins"/>
              </a:rPr>
              <a:t>.htaccess: </a:t>
            </a:r>
            <a:r>
              <a:rPr b="0" lang="en" sz="1300" spc="-1" strike="noStrike">
                <a:solidFill>
                  <a:srgbClr val="263238"/>
                </a:solidFill>
                <a:latin typeface="Poppins"/>
                <a:ea typeface="Poppins"/>
              </a:rPr>
              <a:t>If a directive is valid in this context, it means that it can appear inside per-directory .htaccess files. It may not be processed, though depending upon the overrides currently active.</a:t>
            </a:r>
            <a:endParaRPr b="0" lang="en-US" sz="13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1" name="CustomShape 1"/>
          <p:cNvSpPr/>
          <p:nvPr/>
        </p:nvSpPr>
        <p:spPr>
          <a:xfrm>
            <a:off x="720000" y="972360"/>
            <a:ext cx="5281560" cy="269280"/>
          </a:xfrm>
          <a:prstGeom prst="roundRect">
            <a:avLst>
              <a:gd name="adj" fmla="val 50000"/>
            </a:avLst>
          </a:prstGeom>
          <a:solidFill>
            <a:srgbClr val="f77967"/>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382" name="CustomShape 2"/>
          <p:cNvSpPr/>
          <p:nvPr/>
        </p:nvSpPr>
        <p:spPr>
          <a:xfrm>
            <a:off x="680040" y="534600"/>
            <a:ext cx="7700760" cy="609480"/>
          </a:xfrm>
          <a:prstGeom prst="rect">
            <a:avLst/>
          </a:prstGeom>
          <a:noFill/>
          <a:ln w="0">
            <a:noFill/>
          </a:ln>
        </p:spPr>
        <p:style>
          <a:lnRef idx="0"/>
          <a:fillRef idx="0"/>
          <a:effectRef idx="0"/>
          <a:fontRef idx="minor"/>
        </p:style>
        <p:txBody>
          <a:bodyPr lIns="90000" rIns="90000" tIns="91440" bIns="91440" anchor="t">
            <a:noAutofit/>
          </a:bodyPr>
          <a:p>
            <a:pPr>
              <a:lnSpc>
                <a:spcPct val="100000"/>
              </a:lnSpc>
            </a:pPr>
            <a:r>
              <a:rPr b="0" lang="en" sz="3200" spc="-1" strike="noStrike">
                <a:solidFill>
                  <a:srgbClr val="263238"/>
                </a:solidFill>
                <a:latin typeface="Poppins Black"/>
                <a:ea typeface="Poppins Black"/>
              </a:rPr>
              <a:t>AllowOverride Directive</a:t>
            </a:r>
            <a:endParaRPr b="0" lang="en-US" sz="3200" spc="-1" strike="noStrike">
              <a:solidFill>
                <a:srgbClr val="000000"/>
              </a:solidFill>
              <a:latin typeface="Arial"/>
            </a:endParaRPr>
          </a:p>
        </p:txBody>
      </p:sp>
      <p:sp>
        <p:nvSpPr>
          <p:cNvPr id="383" name="CustomShape 3"/>
          <p:cNvSpPr/>
          <p:nvPr/>
        </p:nvSpPr>
        <p:spPr>
          <a:xfrm>
            <a:off x="628560" y="1910520"/>
            <a:ext cx="7520400" cy="4122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pic>
        <p:nvPicPr>
          <p:cNvPr id="384" name="Google Shape;586;p66" descr=""/>
          <p:cNvPicPr/>
          <p:nvPr/>
        </p:nvPicPr>
        <p:blipFill>
          <a:blip r:embed="rId1"/>
          <a:stretch/>
        </p:blipFill>
        <p:spPr>
          <a:xfrm>
            <a:off x="776880" y="1742760"/>
            <a:ext cx="7026120" cy="1377720"/>
          </a:xfrm>
          <a:prstGeom prst="rect">
            <a:avLst/>
          </a:prstGeom>
          <a:ln w="0">
            <a:noFill/>
          </a:ln>
        </p:spPr>
      </p:pic>
      <p:sp>
        <p:nvSpPr>
          <p:cNvPr id="385" name="CustomShape 4"/>
          <p:cNvSpPr/>
          <p:nvPr/>
        </p:nvSpPr>
        <p:spPr>
          <a:xfrm>
            <a:off x="776880" y="3171600"/>
            <a:ext cx="6968520" cy="822960"/>
          </a:xfrm>
          <a:prstGeom prst="rect">
            <a:avLst/>
          </a:prstGeom>
          <a:noFill/>
          <a:ln w="0">
            <a:noFill/>
          </a:ln>
        </p:spPr>
        <p:style>
          <a:lnRef idx="0"/>
          <a:fillRef idx="0"/>
          <a:effectRef idx="0"/>
          <a:fontRef idx="minor"/>
        </p:style>
        <p:txBody>
          <a:bodyPr lIns="90000" rIns="90000" tIns="91440" bIns="91440" anchor="t">
            <a:spAutoFit/>
          </a:bodyPr>
          <a:p>
            <a:pPr>
              <a:lnSpc>
                <a:spcPct val="100000"/>
              </a:lnSpc>
            </a:pPr>
            <a:r>
              <a:rPr b="0" lang="en" sz="1400" spc="-1" strike="noStrike">
                <a:solidFill>
                  <a:srgbClr val="263238"/>
                </a:solidFill>
                <a:latin typeface="Poppins"/>
                <a:ea typeface="Poppins"/>
              </a:rPr>
              <a:t>When the server finds an .htaccess file (as specified by AccessFileName) it</a:t>
            </a:r>
            <a:endParaRPr b="0" lang="en-US" sz="1400" spc="-1" strike="noStrike">
              <a:solidFill>
                <a:srgbClr val="000000"/>
              </a:solidFill>
              <a:latin typeface="Arial"/>
            </a:endParaRPr>
          </a:p>
          <a:p>
            <a:pPr>
              <a:lnSpc>
                <a:spcPct val="100000"/>
              </a:lnSpc>
            </a:pPr>
            <a:r>
              <a:rPr b="0" lang="en" sz="1400" spc="-1" strike="noStrike">
                <a:solidFill>
                  <a:srgbClr val="263238"/>
                </a:solidFill>
                <a:latin typeface="Poppins"/>
                <a:ea typeface="Poppins"/>
              </a:rPr>
              <a:t>needs to know which directives declared in that file can override earlier</a:t>
            </a:r>
            <a:endParaRPr b="0" lang="en-US" sz="1400" spc="-1" strike="noStrike">
              <a:solidFill>
                <a:srgbClr val="000000"/>
              </a:solidFill>
              <a:latin typeface="Arial"/>
            </a:endParaRPr>
          </a:p>
          <a:p>
            <a:pPr>
              <a:lnSpc>
                <a:spcPct val="100000"/>
              </a:lnSpc>
            </a:pPr>
            <a:r>
              <a:rPr b="0" lang="en" sz="1400" spc="-1" strike="noStrike">
                <a:solidFill>
                  <a:srgbClr val="263238"/>
                </a:solidFill>
                <a:latin typeface="Poppins"/>
                <a:ea typeface="Poppins"/>
              </a:rPr>
              <a:t>configuration directives.</a:t>
            </a:r>
            <a:endParaRPr b="0" lang="en-US"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6" name="CustomShape 1"/>
          <p:cNvSpPr/>
          <p:nvPr/>
        </p:nvSpPr>
        <p:spPr>
          <a:xfrm>
            <a:off x="720000" y="972360"/>
            <a:ext cx="5281560" cy="269280"/>
          </a:xfrm>
          <a:prstGeom prst="roundRect">
            <a:avLst>
              <a:gd name="adj" fmla="val 50000"/>
            </a:avLst>
          </a:prstGeom>
          <a:solidFill>
            <a:srgbClr val="f77967"/>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387" name="CustomShape 2"/>
          <p:cNvSpPr/>
          <p:nvPr/>
        </p:nvSpPr>
        <p:spPr>
          <a:xfrm>
            <a:off x="680040" y="534600"/>
            <a:ext cx="7700760" cy="609480"/>
          </a:xfrm>
          <a:prstGeom prst="rect">
            <a:avLst/>
          </a:prstGeom>
          <a:noFill/>
          <a:ln w="0">
            <a:noFill/>
          </a:ln>
        </p:spPr>
        <p:style>
          <a:lnRef idx="0"/>
          <a:fillRef idx="0"/>
          <a:effectRef idx="0"/>
          <a:fontRef idx="minor"/>
        </p:style>
        <p:txBody>
          <a:bodyPr lIns="90000" rIns="90000" tIns="91440" bIns="91440" anchor="t">
            <a:noAutofit/>
          </a:bodyPr>
          <a:p>
            <a:pPr>
              <a:lnSpc>
                <a:spcPct val="100000"/>
              </a:lnSpc>
            </a:pPr>
            <a:r>
              <a:rPr b="0" lang="en" sz="3200" spc="-1" strike="noStrike">
                <a:solidFill>
                  <a:srgbClr val="263238"/>
                </a:solidFill>
                <a:latin typeface="Poppins Black"/>
                <a:ea typeface="Poppins Black"/>
              </a:rPr>
              <a:t>KeepAlive Directive</a:t>
            </a:r>
            <a:endParaRPr b="0" lang="en-US" sz="3200" spc="-1" strike="noStrike">
              <a:solidFill>
                <a:srgbClr val="000000"/>
              </a:solidFill>
              <a:latin typeface="Arial"/>
            </a:endParaRPr>
          </a:p>
        </p:txBody>
      </p:sp>
      <p:sp>
        <p:nvSpPr>
          <p:cNvPr id="388" name="CustomShape 3"/>
          <p:cNvSpPr/>
          <p:nvPr/>
        </p:nvSpPr>
        <p:spPr>
          <a:xfrm>
            <a:off x="628560" y="1910520"/>
            <a:ext cx="7520400" cy="4122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pic>
        <p:nvPicPr>
          <p:cNvPr id="389" name="Google Shape;595;p67" descr=""/>
          <p:cNvPicPr/>
          <p:nvPr/>
        </p:nvPicPr>
        <p:blipFill>
          <a:blip r:embed="rId1"/>
          <a:stretch/>
        </p:blipFill>
        <p:spPr>
          <a:xfrm>
            <a:off x="720000" y="1792080"/>
            <a:ext cx="3235320" cy="1339920"/>
          </a:xfrm>
          <a:prstGeom prst="rect">
            <a:avLst/>
          </a:prstGeom>
          <a:ln w="0">
            <a:noFill/>
          </a:ln>
        </p:spPr>
      </p:pic>
      <p:sp>
        <p:nvSpPr>
          <p:cNvPr id="390" name="CustomShape 4"/>
          <p:cNvSpPr/>
          <p:nvPr/>
        </p:nvSpPr>
        <p:spPr>
          <a:xfrm>
            <a:off x="754200" y="3342240"/>
            <a:ext cx="6968520" cy="1249920"/>
          </a:xfrm>
          <a:prstGeom prst="rect">
            <a:avLst/>
          </a:prstGeom>
          <a:noFill/>
          <a:ln w="0">
            <a:noFill/>
          </a:ln>
        </p:spPr>
        <p:style>
          <a:lnRef idx="0"/>
          <a:fillRef idx="0"/>
          <a:effectRef idx="0"/>
          <a:fontRef idx="minor"/>
        </p:style>
        <p:txBody>
          <a:bodyPr lIns="90000" rIns="90000" tIns="91440" bIns="91440" anchor="t">
            <a:spAutoFit/>
          </a:bodyPr>
          <a:p>
            <a:pPr>
              <a:lnSpc>
                <a:spcPct val="100000"/>
              </a:lnSpc>
            </a:pPr>
            <a:r>
              <a:rPr b="0" lang="en" sz="1400" spc="-1" strike="noStrike">
                <a:solidFill>
                  <a:srgbClr val="263238"/>
                </a:solidFill>
                <a:latin typeface="Poppins"/>
                <a:ea typeface="Poppins"/>
              </a:rPr>
              <a:t>The Keep-Alive extension to HTTP/1.0 and the persistent connection feature of HTTP/1.1 provide long-lived HTTP sessions which allow multiple requests to be sent over the same TCP connection. In some cases this has been shown to result in an almost 50% speedup in latency times for HTML documents with many images. To enable Keep-Alive connections, set KeepAlive On</a:t>
            </a:r>
            <a:endParaRPr b="0" lang="en-US"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1" name="CustomShape 1"/>
          <p:cNvSpPr/>
          <p:nvPr/>
        </p:nvSpPr>
        <p:spPr>
          <a:xfrm>
            <a:off x="720000" y="972360"/>
            <a:ext cx="5281560" cy="269280"/>
          </a:xfrm>
          <a:prstGeom prst="roundRect">
            <a:avLst>
              <a:gd name="adj" fmla="val 50000"/>
            </a:avLst>
          </a:prstGeom>
          <a:solidFill>
            <a:srgbClr val="f77967"/>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392" name="CustomShape 2"/>
          <p:cNvSpPr/>
          <p:nvPr/>
        </p:nvSpPr>
        <p:spPr>
          <a:xfrm>
            <a:off x="680040" y="534600"/>
            <a:ext cx="7700760" cy="609480"/>
          </a:xfrm>
          <a:prstGeom prst="rect">
            <a:avLst/>
          </a:prstGeom>
          <a:noFill/>
          <a:ln w="0">
            <a:noFill/>
          </a:ln>
        </p:spPr>
        <p:style>
          <a:lnRef idx="0"/>
          <a:fillRef idx="0"/>
          <a:effectRef idx="0"/>
          <a:fontRef idx="minor"/>
        </p:style>
        <p:txBody>
          <a:bodyPr lIns="90000" rIns="90000" tIns="91440" bIns="91440" anchor="t">
            <a:noAutofit/>
          </a:bodyPr>
          <a:p>
            <a:pPr>
              <a:lnSpc>
                <a:spcPct val="100000"/>
              </a:lnSpc>
            </a:pPr>
            <a:r>
              <a:rPr b="0" lang="en" sz="3200" spc="-1" strike="noStrike">
                <a:solidFill>
                  <a:srgbClr val="263238"/>
                </a:solidFill>
                <a:latin typeface="Poppins Black"/>
                <a:ea typeface="Poppins Black"/>
              </a:rPr>
              <a:t>MaxKeepAliveRequests Directive</a:t>
            </a:r>
            <a:endParaRPr b="0" lang="en-US" sz="3200" spc="-1" strike="noStrike">
              <a:solidFill>
                <a:srgbClr val="000000"/>
              </a:solidFill>
              <a:latin typeface="Arial"/>
            </a:endParaRPr>
          </a:p>
        </p:txBody>
      </p:sp>
      <p:sp>
        <p:nvSpPr>
          <p:cNvPr id="393" name="CustomShape 3"/>
          <p:cNvSpPr/>
          <p:nvPr/>
        </p:nvSpPr>
        <p:spPr>
          <a:xfrm>
            <a:off x="628560" y="1910520"/>
            <a:ext cx="7520400" cy="4122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pic>
        <p:nvPicPr>
          <p:cNvPr id="394" name="Google Shape;604;p68" descr=""/>
          <p:cNvPicPr/>
          <p:nvPr/>
        </p:nvPicPr>
        <p:blipFill>
          <a:blip r:embed="rId1"/>
          <a:stretch/>
        </p:blipFill>
        <p:spPr>
          <a:xfrm>
            <a:off x="720000" y="1953000"/>
            <a:ext cx="4273560" cy="1349280"/>
          </a:xfrm>
          <a:prstGeom prst="rect">
            <a:avLst/>
          </a:prstGeom>
          <a:ln w="0">
            <a:noFill/>
          </a:ln>
        </p:spPr>
      </p:pic>
      <p:sp>
        <p:nvSpPr>
          <p:cNvPr id="395" name="CustomShape 4"/>
          <p:cNvSpPr/>
          <p:nvPr/>
        </p:nvSpPr>
        <p:spPr>
          <a:xfrm>
            <a:off x="760320" y="3449520"/>
            <a:ext cx="6968520" cy="1036440"/>
          </a:xfrm>
          <a:prstGeom prst="rect">
            <a:avLst/>
          </a:prstGeom>
          <a:noFill/>
          <a:ln w="0">
            <a:noFill/>
          </a:ln>
        </p:spPr>
        <p:style>
          <a:lnRef idx="0"/>
          <a:fillRef idx="0"/>
          <a:effectRef idx="0"/>
          <a:fontRef idx="minor"/>
        </p:style>
        <p:txBody>
          <a:bodyPr lIns="90000" rIns="90000" tIns="91440" bIns="91440" anchor="t">
            <a:spAutoFit/>
          </a:bodyPr>
          <a:p>
            <a:pPr>
              <a:lnSpc>
                <a:spcPct val="100000"/>
              </a:lnSpc>
            </a:pPr>
            <a:r>
              <a:rPr b="0" lang="en" sz="1400" spc="-1" strike="noStrike">
                <a:solidFill>
                  <a:srgbClr val="263238"/>
                </a:solidFill>
                <a:latin typeface="Poppins"/>
                <a:ea typeface="Poppins"/>
              </a:rPr>
              <a:t>The MaxKeepAliveRequests directive limits the number of requests allowed</a:t>
            </a:r>
            <a:endParaRPr b="0" lang="en-US" sz="1400" spc="-1" strike="noStrike">
              <a:solidFill>
                <a:srgbClr val="000000"/>
              </a:solidFill>
              <a:latin typeface="Arial"/>
            </a:endParaRPr>
          </a:p>
          <a:p>
            <a:pPr>
              <a:lnSpc>
                <a:spcPct val="100000"/>
              </a:lnSpc>
            </a:pPr>
            <a:r>
              <a:rPr b="0" lang="en" sz="1400" spc="-1" strike="noStrike">
                <a:solidFill>
                  <a:srgbClr val="263238"/>
                </a:solidFill>
                <a:latin typeface="Poppins"/>
                <a:ea typeface="Poppins"/>
              </a:rPr>
              <a:t>per connection when KeepAlive is on. If it is set to 0, unlimited requests will be allowed. We recommend that this setting be kept to a high value for maximum server performance</a:t>
            </a:r>
            <a:endParaRPr b="0" lang="en-US"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6" name="CustomShape 1"/>
          <p:cNvSpPr/>
          <p:nvPr/>
        </p:nvSpPr>
        <p:spPr>
          <a:xfrm>
            <a:off x="720000" y="972360"/>
            <a:ext cx="5281560" cy="269280"/>
          </a:xfrm>
          <a:prstGeom prst="roundRect">
            <a:avLst>
              <a:gd name="adj" fmla="val 50000"/>
            </a:avLst>
          </a:prstGeom>
          <a:solidFill>
            <a:srgbClr val="f77967"/>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397" name="CustomShape 2"/>
          <p:cNvSpPr/>
          <p:nvPr/>
        </p:nvSpPr>
        <p:spPr>
          <a:xfrm>
            <a:off x="680040" y="534600"/>
            <a:ext cx="7700760" cy="609480"/>
          </a:xfrm>
          <a:prstGeom prst="rect">
            <a:avLst/>
          </a:prstGeom>
          <a:noFill/>
          <a:ln w="0">
            <a:noFill/>
          </a:ln>
        </p:spPr>
        <p:style>
          <a:lnRef idx="0"/>
          <a:fillRef idx="0"/>
          <a:effectRef idx="0"/>
          <a:fontRef idx="minor"/>
        </p:style>
        <p:txBody>
          <a:bodyPr lIns="90000" rIns="90000" tIns="91440" bIns="91440" anchor="t">
            <a:noAutofit/>
          </a:bodyPr>
          <a:p>
            <a:pPr>
              <a:lnSpc>
                <a:spcPct val="100000"/>
              </a:lnSpc>
            </a:pPr>
            <a:r>
              <a:rPr b="0" lang="en" sz="3200" spc="-1" strike="noStrike">
                <a:solidFill>
                  <a:srgbClr val="263238"/>
                </a:solidFill>
                <a:latin typeface="Poppins Black"/>
                <a:ea typeface="Poppins Black"/>
              </a:rPr>
              <a:t>ErrorLog Directive</a:t>
            </a:r>
            <a:endParaRPr b="0" lang="en-US" sz="3200" spc="-1" strike="noStrike">
              <a:solidFill>
                <a:srgbClr val="000000"/>
              </a:solidFill>
              <a:latin typeface="Arial"/>
            </a:endParaRPr>
          </a:p>
        </p:txBody>
      </p:sp>
      <p:sp>
        <p:nvSpPr>
          <p:cNvPr id="398" name="CustomShape 3"/>
          <p:cNvSpPr/>
          <p:nvPr/>
        </p:nvSpPr>
        <p:spPr>
          <a:xfrm>
            <a:off x="628560" y="1910520"/>
            <a:ext cx="7520400" cy="4122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pic>
        <p:nvPicPr>
          <p:cNvPr id="399" name="Google Shape;613;p69" descr=""/>
          <p:cNvPicPr/>
          <p:nvPr/>
        </p:nvPicPr>
        <p:blipFill>
          <a:blip r:embed="rId1"/>
          <a:stretch/>
        </p:blipFill>
        <p:spPr>
          <a:xfrm>
            <a:off x="720000" y="1990800"/>
            <a:ext cx="4406760" cy="1158840"/>
          </a:xfrm>
          <a:prstGeom prst="rect">
            <a:avLst/>
          </a:prstGeom>
          <a:ln w="0">
            <a:noFill/>
          </a:ln>
        </p:spPr>
      </p:pic>
      <p:sp>
        <p:nvSpPr>
          <p:cNvPr id="400" name="CustomShape 4"/>
          <p:cNvSpPr/>
          <p:nvPr/>
        </p:nvSpPr>
        <p:spPr>
          <a:xfrm>
            <a:off x="754200" y="3400200"/>
            <a:ext cx="6968520" cy="822960"/>
          </a:xfrm>
          <a:prstGeom prst="rect">
            <a:avLst/>
          </a:prstGeom>
          <a:noFill/>
          <a:ln w="0">
            <a:noFill/>
          </a:ln>
        </p:spPr>
        <p:style>
          <a:lnRef idx="0"/>
          <a:fillRef idx="0"/>
          <a:effectRef idx="0"/>
          <a:fontRef idx="minor"/>
        </p:style>
        <p:txBody>
          <a:bodyPr lIns="90000" rIns="90000" tIns="91440" bIns="91440" anchor="t">
            <a:spAutoFit/>
          </a:bodyPr>
          <a:p>
            <a:pPr>
              <a:lnSpc>
                <a:spcPct val="100000"/>
              </a:lnSpc>
            </a:pPr>
            <a:r>
              <a:rPr b="0" lang="en" sz="1400" spc="-1" strike="noStrike">
                <a:solidFill>
                  <a:srgbClr val="263238"/>
                </a:solidFill>
                <a:latin typeface="Poppins"/>
                <a:ea typeface="Poppins"/>
              </a:rPr>
              <a:t>The ErrorLog directive sets the name of the file to which the server will</a:t>
            </a:r>
            <a:endParaRPr b="0" lang="en-US" sz="1400" spc="-1" strike="noStrike">
              <a:solidFill>
                <a:srgbClr val="000000"/>
              </a:solidFill>
              <a:latin typeface="Arial"/>
            </a:endParaRPr>
          </a:p>
          <a:p>
            <a:pPr>
              <a:lnSpc>
                <a:spcPct val="100000"/>
              </a:lnSpc>
            </a:pPr>
            <a:r>
              <a:rPr b="0" lang="en" sz="1400" spc="-1" strike="noStrike">
                <a:solidFill>
                  <a:srgbClr val="263238"/>
                </a:solidFill>
                <a:latin typeface="Poppins"/>
                <a:ea typeface="Poppins"/>
              </a:rPr>
              <a:t>log any errors it encounters. If the file-path is not absolute then it is</a:t>
            </a:r>
            <a:endParaRPr b="0" lang="en-US" sz="1400" spc="-1" strike="noStrike">
              <a:solidFill>
                <a:srgbClr val="000000"/>
              </a:solidFill>
              <a:latin typeface="Arial"/>
            </a:endParaRPr>
          </a:p>
          <a:p>
            <a:pPr>
              <a:lnSpc>
                <a:spcPct val="100000"/>
              </a:lnSpc>
            </a:pPr>
            <a:r>
              <a:rPr b="0" lang="en" sz="1400" spc="-1" strike="noStrike">
                <a:solidFill>
                  <a:srgbClr val="263238"/>
                </a:solidFill>
                <a:latin typeface="Poppins"/>
                <a:ea typeface="Poppins"/>
              </a:rPr>
              <a:t>assumed to be relative to the ServerRoot</a:t>
            </a:r>
            <a:endParaRPr b="0" lang="en-US"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1" name="CustomShape 1"/>
          <p:cNvSpPr/>
          <p:nvPr/>
        </p:nvSpPr>
        <p:spPr>
          <a:xfrm>
            <a:off x="720000" y="972360"/>
            <a:ext cx="5281560" cy="269280"/>
          </a:xfrm>
          <a:prstGeom prst="roundRect">
            <a:avLst>
              <a:gd name="adj" fmla="val 50000"/>
            </a:avLst>
          </a:prstGeom>
          <a:solidFill>
            <a:srgbClr val="f77967"/>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402" name="CustomShape 2"/>
          <p:cNvSpPr/>
          <p:nvPr/>
        </p:nvSpPr>
        <p:spPr>
          <a:xfrm>
            <a:off x="680040" y="534600"/>
            <a:ext cx="7700760" cy="609480"/>
          </a:xfrm>
          <a:prstGeom prst="rect">
            <a:avLst/>
          </a:prstGeom>
          <a:noFill/>
          <a:ln w="0">
            <a:noFill/>
          </a:ln>
        </p:spPr>
        <p:style>
          <a:lnRef idx="0"/>
          <a:fillRef idx="0"/>
          <a:effectRef idx="0"/>
          <a:fontRef idx="minor"/>
        </p:style>
        <p:txBody>
          <a:bodyPr lIns="90000" rIns="90000" tIns="91440" bIns="91440" anchor="t">
            <a:noAutofit/>
          </a:bodyPr>
          <a:p>
            <a:pPr>
              <a:lnSpc>
                <a:spcPct val="100000"/>
              </a:lnSpc>
            </a:pPr>
            <a:r>
              <a:rPr b="0" lang="en" sz="3200" spc="-1" strike="noStrike">
                <a:solidFill>
                  <a:srgbClr val="263238"/>
                </a:solidFill>
                <a:latin typeface="Poppins Black"/>
                <a:ea typeface="Poppins Black"/>
              </a:rPr>
              <a:t>Directory Directive</a:t>
            </a:r>
            <a:endParaRPr b="0" lang="en-US" sz="3200" spc="-1" strike="noStrike">
              <a:solidFill>
                <a:srgbClr val="000000"/>
              </a:solidFill>
              <a:latin typeface="Arial"/>
            </a:endParaRPr>
          </a:p>
        </p:txBody>
      </p:sp>
      <p:sp>
        <p:nvSpPr>
          <p:cNvPr id="403" name="CustomShape 3"/>
          <p:cNvSpPr/>
          <p:nvPr/>
        </p:nvSpPr>
        <p:spPr>
          <a:xfrm>
            <a:off x="628560" y="1910520"/>
            <a:ext cx="7520400" cy="4122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pic>
        <p:nvPicPr>
          <p:cNvPr id="404" name="Google Shape;622;p70" descr=""/>
          <p:cNvPicPr/>
          <p:nvPr/>
        </p:nvPicPr>
        <p:blipFill>
          <a:blip r:embed="rId1"/>
          <a:stretch/>
        </p:blipFill>
        <p:spPr>
          <a:xfrm>
            <a:off x="720000" y="1910520"/>
            <a:ext cx="7873920" cy="1177920"/>
          </a:xfrm>
          <a:prstGeom prst="rect">
            <a:avLst/>
          </a:prstGeom>
          <a:ln w="0">
            <a:noFill/>
          </a:ln>
        </p:spPr>
      </p:pic>
      <p:sp>
        <p:nvSpPr>
          <p:cNvPr id="405" name="CustomShape 4"/>
          <p:cNvSpPr/>
          <p:nvPr/>
        </p:nvSpPr>
        <p:spPr>
          <a:xfrm>
            <a:off x="834480" y="3227040"/>
            <a:ext cx="6968520" cy="1036440"/>
          </a:xfrm>
          <a:prstGeom prst="rect">
            <a:avLst/>
          </a:prstGeom>
          <a:noFill/>
          <a:ln w="0">
            <a:noFill/>
          </a:ln>
        </p:spPr>
        <p:style>
          <a:lnRef idx="0"/>
          <a:fillRef idx="0"/>
          <a:effectRef idx="0"/>
          <a:fontRef idx="minor"/>
        </p:style>
        <p:txBody>
          <a:bodyPr lIns="90000" rIns="90000" tIns="91440" bIns="91440" anchor="t">
            <a:spAutoFit/>
          </a:bodyPr>
          <a:p>
            <a:pPr>
              <a:lnSpc>
                <a:spcPct val="100000"/>
              </a:lnSpc>
            </a:pPr>
            <a:r>
              <a:rPr b="0" lang="en" sz="1400" spc="-1" strike="noStrike">
                <a:solidFill>
                  <a:srgbClr val="263238"/>
                </a:solidFill>
                <a:latin typeface="Poppins"/>
                <a:ea typeface="Poppins"/>
              </a:rPr>
              <a:t>&lt;Directory&gt; and &lt;/Directory&gt; are used to enclose a group of directives</a:t>
            </a:r>
            <a:endParaRPr b="0" lang="en-US" sz="1400" spc="-1" strike="noStrike">
              <a:solidFill>
                <a:srgbClr val="000000"/>
              </a:solidFill>
              <a:latin typeface="Arial"/>
            </a:endParaRPr>
          </a:p>
          <a:p>
            <a:pPr>
              <a:lnSpc>
                <a:spcPct val="100000"/>
              </a:lnSpc>
            </a:pPr>
            <a:r>
              <a:rPr b="0" lang="en" sz="1400" spc="-1" strike="noStrike">
                <a:solidFill>
                  <a:srgbClr val="263238"/>
                </a:solidFill>
                <a:latin typeface="Poppins"/>
                <a:ea typeface="Poppins"/>
              </a:rPr>
              <a:t>that will apply only to the named directory, sub-directories of that</a:t>
            </a:r>
            <a:endParaRPr b="0" lang="en-US" sz="1400" spc="-1" strike="noStrike">
              <a:solidFill>
                <a:srgbClr val="000000"/>
              </a:solidFill>
              <a:latin typeface="Arial"/>
            </a:endParaRPr>
          </a:p>
          <a:p>
            <a:pPr>
              <a:lnSpc>
                <a:spcPct val="100000"/>
              </a:lnSpc>
            </a:pPr>
            <a:r>
              <a:rPr b="0" lang="en" sz="1400" spc="-1" strike="noStrike">
                <a:solidFill>
                  <a:srgbClr val="263238"/>
                </a:solidFill>
                <a:latin typeface="Poppins"/>
                <a:ea typeface="Poppins"/>
              </a:rPr>
              <a:t>directory, and the files within the respective directories. Any directive that</a:t>
            </a:r>
            <a:endParaRPr b="0" lang="en-US" sz="1400" spc="-1" strike="noStrike">
              <a:solidFill>
                <a:srgbClr val="000000"/>
              </a:solidFill>
              <a:latin typeface="Arial"/>
            </a:endParaRPr>
          </a:p>
          <a:p>
            <a:pPr>
              <a:lnSpc>
                <a:spcPct val="100000"/>
              </a:lnSpc>
            </a:pPr>
            <a:r>
              <a:rPr b="0" lang="en" sz="1400" spc="-1" strike="noStrike">
                <a:solidFill>
                  <a:srgbClr val="263238"/>
                </a:solidFill>
                <a:latin typeface="Poppins"/>
                <a:ea typeface="Poppins"/>
              </a:rPr>
              <a:t>is allowed in a directory context may be used.</a:t>
            </a:r>
            <a:endParaRPr b="0" lang="en-US"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6" name="CustomShape 1"/>
          <p:cNvSpPr/>
          <p:nvPr/>
        </p:nvSpPr>
        <p:spPr>
          <a:xfrm>
            <a:off x="720000" y="972360"/>
            <a:ext cx="5281560" cy="269280"/>
          </a:xfrm>
          <a:prstGeom prst="roundRect">
            <a:avLst>
              <a:gd name="adj" fmla="val 50000"/>
            </a:avLst>
          </a:prstGeom>
          <a:solidFill>
            <a:srgbClr val="f77967"/>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407" name="CustomShape 2"/>
          <p:cNvSpPr/>
          <p:nvPr/>
        </p:nvSpPr>
        <p:spPr>
          <a:xfrm>
            <a:off x="680040" y="534600"/>
            <a:ext cx="7700760" cy="609480"/>
          </a:xfrm>
          <a:prstGeom prst="rect">
            <a:avLst/>
          </a:prstGeom>
          <a:noFill/>
          <a:ln w="0">
            <a:noFill/>
          </a:ln>
        </p:spPr>
        <p:style>
          <a:lnRef idx="0"/>
          <a:fillRef idx="0"/>
          <a:effectRef idx="0"/>
          <a:fontRef idx="minor"/>
        </p:style>
        <p:txBody>
          <a:bodyPr lIns="90000" rIns="90000" tIns="91440" bIns="91440" anchor="t">
            <a:noAutofit/>
          </a:bodyPr>
          <a:p>
            <a:pPr>
              <a:lnSpc>
                <a:spcPct val="100000"/>
              </a:lnSpc>
            </a:pPr>
            <a:r>
              <a:rPr b="0" lang="en" sz="3200" spc="-1" strike="noStrike">
                <a:solidFill>
                  <a:srgbClr val="263238"/>
                </a:solidFill>
                <a:latin typeface="Poppins Black"/>
                <a:ea typeface="Poppins Black"/>
              </a:rPr>
              <a:t>DirectoryMatch Directive</a:t>
            </a:r>
            <a:endParaRPr b="0" lang="en-US" sz="3200" spc="-1" strike="noStrike">
              <a:solidFill>
                <a:srgbClr val="000000"/>
              </a:solidFill>
              <a:latin typeface="Arial"/>
            </a:endParaRPr>
          </a:p>
        </p:txBody>
      </p:sp>
      <p:sp>
        <p:nvSpPr>
          <p:cNvPr id="408" name="CustomShape 3"/>
          <p:cNvSpPr/>
          <p:nvPr/>
        </p:nvSpPr>
        <p:spPr>
          <a:xfrm>
            <a:off x="628560" y="1910520"/>
            <a:ext cx="7520400" cy="4122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pic>
        <p:nvPicPr>
          <p:cNvPr id="409" name="Google Shape;631;p71" descr=""/>
          <p:cNvPicPr/>
          <p:nvPr/>
        </p:nvPicPr>
        <p:blipFill>
          <a:blip r:embed="rId1"/>
          <a:stretch/>
        </p:blipFill>
        <p:spPr>
          <a:xfrm>
            <a:off x="720000" y="1816920"/>
            <a:ext cx="6950160" cy="1139760"/>
          </a:xfrm>
          <a:prstGeom prst="rect">
            <a:avLst/>
          </a:prstGeom>
          <a:ln w="0">
            <a:noFill/>
          </a:ln>
        </p:spPr>
      </p:pic>
      <p:sp>
        <p:nvSpPr>
          <p:cNvPr id="410" name="CustomShape 4"/>
          <p:cNvSpPr/>
          <p:nvPr/>
        </p:nvSpPr>
        <p:spPr>
          <a:xfrm>
            <a:off x="766440" y="3313440"/>
            <a:ext cx="6968520" cy="822960"/>
          </a:xfrm>
          <a:prstGeom prst="rect">
            <a:avLst/>
          </a:prstGeom>
          <a:noFill/>
          <a:ln w="0">
            <a:noFill/>
          </a:ln>
        </p:spPr>
        <p:style>
          <a:lnRef idx="0"/>
          <a:fillRef idx="0"/>
          <a:effectRef idx="0"/>
          <a:fontRef idx="minor"/>
        </p:style>
        <p:txBody>
          <a:bodyPr lIns="90000" rIns="90000" tIns="91440" bIns="91440" anchor="t">
            <a:spAutoFit/>
          </a:bodyPr>
          <a:p>
            <a:pPr>
              <a:lnSpc>
                <a:spcPct val="100000"/>
              </a:lnSpc>
            </a:pPr>
            <a:r>
              <a:rPr b="0" lang="en" sz="1400" spc="-1" strike="noStrike">
                <a:solidFill>
                  <a:srgbClr val="263238"/>
                </a:solidFill>
                <a:latin typeface="Poppins"/>
                <a:ea typeface="Poppins"/>
              </a:rPr>
              <a:t>&lt;DirectoryMatch&gt; and &lt;/DirectoryMatch&gt; are used to enclose a group of</a:t>
            </a:r>
            <a:endParaRPr b="0" lang="en-US" sz="1400" spc="-1" strike="noStrike">
              <a:solidFill>
                <a:srgbClr val="000000"/>
              </a:solidFill>
              <a:latin typeface="Arial"/>
            </a:endParaRPr>
          </a:p>
          <a:p>
            <a:pPr>
              <a:lnSpc>
                <a:spcPct val="100000"/>
              </a:lnSpc>
            </a:pPr>
            <a:r>
              <a:rPr b="0" lang="en" sz="1400" spc="-1" strike="noStrike">
                <a:solidFill>
                  <a:srgbClr val="263238"/>
                </a:solidFill>
                <a:latin typeface="Poppins"/>
                <a:ea typeface="Poppins"/>
              </a:rPr>
              <a:t>directives which will apply only to the named directory (and the files within), the same as &lt;Directory&gt;. However, it takes as an argument a regular .expression.</a:t>
            </a:r>
            <a:endParaRPr b="0" lang="en-US"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1" name="CustomShape 1"/>
          <p:cNvSpPr/>
          <p:nvPr/>
        </p:nvSpPr>
        <p:spPr>
          <a:xfrm>
            <a:off x="720000" y="972360"/>
            <a:ext cx="5281560" cy="269280"/>
          </a:xfrm>
          <a:prstGeom prst="roundRect">
            <a:avLst>
              <a:gd name="adj" fmla="val 50000"/>
            </a:avLst>
          </a:prstGeom>
          <a:solidFill>
            <a:srgbClr val="f77967"/>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412" name="CustomShape 2"/>
          <p:cNvSpPr/>
          <p:nvPr/>
        </p:nvSpPr>
        <p:spPr>
          <a:xfrm>
            <a:off x="680040" y="534600"/>
            <a:ext cx="7700760" cy="609480"/>
          </a:xfrm>
          <a:prstGeom prst="rect">
            <a:avLst/>
          </a:prstGeom>
          <a:noFill/>
          <a:ln w="0">
            <a:noFill/>
          </a:ln>
        </p:spPr>
        <p:style>
          <a:lnRef idx="0"/>
          <a:fillRef idx="0"/>
          <a:effectRef idx="0"/>
          <a:fontRef idx="minor"/>
        </p:style>
        <p:txBody>
          <a:bodyPr lIns="90000" rIns="90000" tIns="91440" bIns="91440" anchor="t">
            <a:noAutofit/>
          </a:bodyPr>
          <a:p>
            <a:pPr>
              <a:lnSpc>
                <a:spcPct val="100000"/>
              </a:lnSpc>
            </a:pPr>
            <a:r>
              <a:rPr b="0" lang="en" sz="3200" spc="-1" strike="noStrike">
                <a:solidFill>
                  <a:srgbClr val="263238"/>
                </a:solidFill>
                <a:latin typeface="Poppins Black"/>
                <a:ea typeface="Poppins Black"/>
              </a:rPr>
              <a:t>Files Directive</a:t>
            </a:r>
            <a:endParaRPr b="0" lang="en-US" sz="3200" spc="-1" strike="noStrike">
              <a:solidFill>
                <a:srgbClr val="000000"/>
              </a:solidFill>
              <a:latin typeface="Arial"/>
            </a:endParaRPr>
          </a:p>
        </p:txBody>
      </p:sp>
      <p:sp>
        <p:nvSpPr>
          <p:cNvPr id="413" name="CustomShape 3"/>
          <p:cNvSpPr/>
          <p:nvPr/>
        </p:nvSpPr>
        <p:spPr>
          <a:xfrm>
            <a:off x="628560" y="1910520"/>
            <a:ext cx="7520400" cy="4122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pic>
        <p:nvPicPr>
          <p:cNvPr id="414" name="Google Shape;640;p72" descr=""/>
          <p:cNvPicPr/>
          <p:nvPr/>
        </p:nvPicPr>
        <p:blipFill>
          <a:blip r:embed="rId1"/>
          <a:stretch/>
        </p:blipFill>
        <p:spPr>
          <a:xfrm>
            <a:off x="758160" y="1900080"/>
            <a:ext cx="4044960" cy="1339920"/>
          </a:xfrm>
          <a:prstGeom prst="rect">
            <a:avLst/>
          </a:prstGeom>
          <a:ln w="0">
            <a:noFill/>
          </a:ln>
        </p:spPr>
      </p:pic>
      <p:sp>
        <p:nvSpPr>
          <p:cNvPr id="415" name="CustomShape 4"/>
          <p:cNvSpPr/>
          <p:nvPr/>
        </p:nvSpPr>
        <p:spPr>
          <a:xfrm>
            <a:off x="758160" y="3406320"/>
            <a:ext cx="6968520" cy="1249920"/>
          </a:xfrm>
          <a:prstGeom prst="rect">
            <a:avLst/>
          </a:prstGeom>
          <a:noFill/>
          <a:ln w="0">
            <a:noFill/>
          </a:ln>
        </p:spPr>
        <p:style>
          <a:lnRef idx="0"/>
          <a:fillRef idx="0"/>
          <a:effectRef idx="0"/>
          <a:fontRef idx="minor"/>
        </p:style>
        <p:txBody>
          <a:bodyPr lIns="90000" rIns="90000" tIns="91440" bIns="91440" anchor="t">
            <a:spAutoFit/>
          </a:bodyPr>
          <a:p>
            <a:pPr>
              <a:lnSpc>
                <a:spcPct val="100000"/>
              </a:lnSpc>
            </a:pPr>
            <a:r>
              <a:rPr b="0" lang="en" sz="1400" spc="-1" strike="noStrike">
                <a:solidFill>
                  <a:srgbClr val="263238"/>
                </a:solidFill>
                <a:latin typeface="Poppins"/>
                <a:ea typeface="Poppins"/>
              </a:rPr>
              <a:t>The &lt;Files&gt; directive limits the scope of the enclosed directives by filename. It is comparable to the &lt;Directory&gt; and &lt;Location&gt; directives. It should be</a:t>
            </a:r>
            <a:endParaRPr b="0" lang="en-US" sz="1400" spc="-1" strike="noStrike">
              <a:solidFill>
                <a:srgbClr val="000000"/>
              </a:solidFill>
              <a:latin typeface="Arial"/>
            </a:endParaRPr>
          </a:p>
          <a:p>
            <a:pPr>
              <a:lnSpc>
                <a:spcPct val="100000"/>
              </a:lnSpc>
            </a:pPr>
            <a:r>
              <a:rPr b="0" lang="en" sz="1400" spc="-1" strike="noStrike">
                <a:solidFill>
                  <a:srgbClr val="263238"/>
                </a:solidFill>
                <a:latin typeface="Poppins"/>
                <a:ea typeface="Poppins"/>
              </a:rPr>
              <a:t>matched with a &lt;/Files&gt; directive. The directives given within this section will</a:t>
            </a:r>
            <a:endParaRPr b="0" lang="en-US" sz="1400" spc="-1" strike="noStrike">
              <a:solidFill>
                <a:srgbClr val="000000"/>
              </a:solidFill>
              <a:latin typeface="Arial"/>
            </a:endParaRPr>
          </a:p>
          <a:p>
            <a:pPr>
              <a:lnSpc>
                <a:spcPct val="100000"/>
              </a:lnSpc>
            </a:pPr>
            <a:r>
              <a:rPr b="0" lang="en" sz="1400" spc="-1" strike="noStrike">
                <a:solidFill>
                  <a:srgbClr val="263238"/>
                </a:solidFill>
                <a:latin typeface="Poppins"/>
                <a:ea typeface="Poppins"/>
              </a:rPr>
              <a:t>be applied to any object with a basename (last component of filename)</a:t>
            </a:r>
            <a:endParaRPr b="0" lang="en-US" sz="1400" spc="-1" strike="noStrike">
              <a:solidFill>
                <a:srgbClr val="000000"/>
              </a:solidFill>
              <a:latin typeface="Arial"/>
            </a:endParaRPr>
          </a:p>
          <a:p>
            <a:pPr>
              <a:lnSpc>
                <a:spcPct val="100000"/>
              </a:lnSpc>
            </a:pPr>
            <a:r>
              <a:rPr b="0" lang="en" sz="1400" spc="-1" strike="noStrike">
                <a:solidFill>
                  <a:srgbClr val="263238"/>
                </a:solidFill>
                <a:latin typeface="Poppins"/>
                <a:ea typeface="Poppins"/>
              </a:rPr>
              <a:t>matching the specified filename</a:t>
            </a:r>
            <a:endParaRPr b="0" lang="en-US"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6" name="CustomShape 1"/>
          <p:cNvSpPr/>
          <p:nvPr/>
        </p:nvSpPr>
        <p:spPr>
          <a:xfrm>
            <a:off x="720000" y="972360"/>
            <a:ext cx="5281560" cy="269280"/>
          </a:xfrm>
          <a:prstGeom prst="roundRect">
            <a:avLst>
              <a:gd name="adj" fmla="val 50000"/>
            </a:avLst>
          </a:prstGeom>
          <a:solidFill>
            <a:srgbClr val="f77967"/>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417" name="CustomShape 2"/>
          <p:cNvSpPr/>
          <p:nvPr/>
        </p:nvSpPr>
        <p:spPr>
          <a:xfrm>
            <a:off x="680040" y="534600"/>
            <a:ext cx="7700760" cy="609480"/>
          </a:xfrm>
          <a:prstGeom prst="rect">
            <a:avLst/>
          </a:prstGeom>
          <a:noFill/>
          <a:ln w="0">
            <a:noFill/>
          </a:ln>
        </p:spPr>
        <p:style>
          <a:lnRef idx="0"/>
          <a:fillRef idx="0"/>
          <a:effectRef idx="0"/>
          <a:fontRef idx="minor"/>
        </p:style>
        <p:txBody>
          <a:bodyPr lIns="90000" rIns="90000" tIns="91440" bIns="91440" anchor="t">
            <a:noAutofit/>
          </a:bodyPr>
          <a:p>
            <a:pPr>
              <a:lnSpc>
                <a:spcPct val="100000"/>
              </a:lnSpc>
            </a:pPr>
            <a:r>
              <a:rPr b="0" lang="en" sz="3200" spc="-1" strike="noStrike">
                <a:solidFill>
                  <a:srgbClr val="263238"/>
                </a:solidFill>
                <a:latin typeface="Poppins Black"/>
                <a:ea typeface="Poppins Black"/>
              </a:rPr>
              <a:t>FilesMatch Directive</a:t>
            </a:r>
            <a:endParaRPr b="0" lang="en-US" sz="3200" spc="-1" strike="noStrike">
              <a:solidFill>
                <a:srgbClr val="000000"/>
              </a:solidFill>
              <a:latin typeface="Arial"/>
            </a:endParaRPr>
          </a:p>
        </p:txBody>
      </p:sp>
      <p:sp>
        <p:nvSpPr>
          <p:cNvPr id="418" name="CustomShape 3"/>
          <p:cNvSpPr/>
          <p:nvPr/>
        </p:nvSpPr>
        <p:spPr>
          <a:xfrm>
            <a:off x="628560" y="1910520"/>
            <a:ext cx="7520400" cy="4122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pic>
        <p:nvPicPr>
          <p:cNvPr id="419" name="Google Shape;649;p73" descr=""/>
          <p:cNvPicPr/>
          <p:nvPr/>
        </p:nvPicPr>
        <p:blipFill>
          <a:blip r:embed="rId1"/>
          <a:stretch/>
        </p:blipFill>
        <p:spPr>
          <a:xfrm>
            <a:off x="775440" y="1890000"/>
            <a:ext cx="5226120" cy="1349280"/>
          </a:xfrm>
          <a:prstGeom prst="rect">
            <a:avLst/>
          </a:prstGeom>
          <a:ln w="0">
            <a:noFill/>
          </a:ln>
        </p:spPr>
      </p:pic>
      <p:sp>
        <p:nvSpPr>
          <p:cNvPr id="420" name="CustomShape 4"/>
          <p:cNvSpPr/>
          <p:nvPr/>
        </p:nvSpPr>
        <p:spPr>
          <a:xfrm>
            <a:off x="810000" y="3523680"/>
            <a:ext cx="6968520" cy="822960"/>
          </a:xfrm>
          <a:prstGeom prst="rect">
            <a:avLst/>
          </a:prstGeom>
          <a:noFill/>
          <a:ln w="0">
            <a:noFill/>
          </a:ln>
        </p:spPr>
        <p:style>
          <a:lnRef idx="0"/>
          <a:fillRef idx="0"/>
          <a:effectRef idx="0"/>
          <a:fontRef idx="minor"/>
        </p:style>
        <p:txBody>
          <a:bodyPr lIns="90000" rIns="90000" tIns="91440" bIns="91440" anchor="t">
            <a:spAutoFit/>
          </a:bodyPr>
          <a:p>
            <a:pPr>
              <a:lnSpc>
                <a:spcPct val="100000"/>
              </a:lnSpc>
            </a:pPr>
            <a:r>
              <a:rPr b="0" lang="en" sz="1400" spc="-1" strike="noStrike">
                <a:solidFill>
                  <a:srgbClr val="263238"/>
                </a:solidFill>
                <a:latin typeface="Poppins"/>
                <a:ea typeface="Poppins"/>
              </a:rPr>
              <a:t>The &lt;FilesMatch&gt; directive limits the scope of the enclosed directives by</a:t>
            </a:r>
            <a:endParaRPr b="0" lang="en-US" sz="1400" spc="-1" strike="noStrike">
              <a:solidFill>
                <a:srgbClr val="000000"/>
              </a:solidFill>
              <a:latin typeface="Arial"/>
            </a:endParaRPr>
          </a:p>
          <a:p>
            <a:pPr>
              <a:lnSpc>
                <a:spcPct val="100000"/>
              </a:lnSpc>
            </a:pPr>
            <a:r>
              <a:rPr b="0" lang="en" sz="1400" spc="-1" strike="noStrike">
                <a:solidFill>
                  <a:srgbClr val="263238"/>
                </a:solidFill>
                <a:latin typeface="Poppins"/>
                <a:ea typeface="Poppins"/>
              </a:rPr>
              <a:t>filename, just as the &lt;Files&gt; directive does. However, it accepts a regular</a:t>
            </a:r>
            <a:endParaRPr b="0" lang="en-US" sz="1400" spc="-1" strike="noStrike">
              <a:solidFill>
                <a:srgbClr val="000000"/>
              </a:solidFill>
              <a:latin typeface="Arial"/>
            </a:endParaRPr>
          </a:p>
          <a:p>
            <a:pPr>
              <a:lnSpc>
                <a:spcPct val="100000"/>
              </a:lnSpc>
            </a:pPr>
            <a:r>
              <a:rPr b="0" lang="en" sz="1400" spc="-1" strike="noStrike">
                <a:solidFill>
                  <a:srgbClr val="263238"/>
                </a:solidFill>
                <a:latin typeface="Poppins"/>
                <a:ea typeface="Poppins"/>
              </a:rPr>
              <a:t>expression.</a:t>
            </a:r>
            <a:endParaRPr b="0" lang="en-US"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1" name="CustomShape 1"/>
          <p:cNvSpPr/>
          <p:nvPr/>
        </p:nvSpPr>
        <p:spPr>
          <a:xfrm>
            <a:off x="720000" y="972360"/>
            <a:ext cx="5281560" cy="269280"/>
          </a:xfrm>
          <a:prstGeom prst="roundRect">
            <a:avLst>
              <a:gd name="adj" fmla="val 50000"/>
            </a:avLst>
          </a:prstGeom>
          <a:solidFill>
            <a:srgbClr val="f77967"/>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422" name="CustomShape 2"/>
          <p:cNvSpPr/>
          <p:nvPr/>
        </p:nvSpPr>
        <p:spPr>
          <a:xfrm>
            <a:off x="680040" y="534600"/>
            <a:ext cx="7700760" cy="609480"/>
          </a:xfrm>
          <a:prstGeom prst="rect">
            <a:avLst/>
          </a:prstGeom>
          <a:noFill/>
          <a:ln w="0">
            <a:noFill/>
          </a:ln>
        </p:spPr>
        <p:style>
          <a:lnRef idx="0"/>
          <a:fillRef idx="0"/>
          <a:effectRef idx="0"/>
          <a:fontRef idx="minor"/>
        </p:style>
        <p:txBody>
          <a:bodyPr lIns="90000" rIns="90000" tIns="91440" bIns="91440" anchor="t">
            <a:noAutofit/>
          </a:bodyPr>
          <a:p>
            <a:pPr>
              <a:lnSpc>
                <a:spcPct val="100000"/>
              </a:lnSpc>
            </a:pPr>
            <a:r>
              <a:rPr b="0" lang="en" sz="3200" spc="-1" strike="noStrike">
                <a:solidFill>
                  <a:srgbClr val="263238"/>
                </a:solidFill>
                <a:latin typeface="Poppins Black"/>
                <a:ea typeface="Poppins Black"/>
              </a:rPr>
              <a:t>Allow Directive</a:t>
            </a:r>
            <a:endParaRPr b="0" lang="en-US" sz="3200" spc="-1" strike="noStrike">
              <a:solidFill>
                <a:srgbClr val="000000"/>
              </a:solidFill>
              <a:latin typeface="Arial"/>
            </a:endParaRPr>
          </a:p>
        </p:txBody>
      </p:sp>
      <p:sp>
        <p:nvSpPr>
          <p:cNvPr id="423" name="CustomShape 3"/>
          <p:cNvSpPr/>
          <p:nvPr/>
        </p:nvSpPr>
        <p:spPr>
          <a:xfrm>
            <a:off x="628560" y="1910520"/>
            <a:ext cx="7520400" cy="4122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pic>
        <p:nvPicPr>
          <p:cNvPr id="424" name="Google Shape;658;p74" descr=""/>
          <p:cNvPicPr/>
          <p:nvPr/>
        </p:nvPicPr>
        <p:blipFill>
          <a:blip r:embed="rId1"/>
          <a:stretch/>
        </p:blipFill>
        <p:spPr>
          <a:xfrm>
            <a:off x="680040" y="1810800"/>
            <a:ext cx="6654600" cy="1377720"/>
          </a:xfrm>
          <a:prstGeom prst="rect">
            <a:avLst/>
          </a:prstGeom>
          <a:ln w="0">
            <a:noFill/>
          </a:ln>
        </p:spPr>
      </p:pic>
      <p:sp>
        <p:nvSpPr>
          <p:cNvPr id="425" name="CustomShape 4"/>
          <p:cNvSpPr/>
          <p:nvPr/>
        </p:nvSpPr>
        <p:spPr>
          <a:xfrm>
            <a:off x="754200" y="3492720"/>
            <a:ext cx="6968520" cy="822960"/>
          </a:xfrm>
          <a:prstGeom prst="rect">
            <a:avLst/>
          </a:prstGeom>
          <a:noFill/>
          <a:ln w="0">
            <a:noFill/>
          </a:ln>
        </p:spPr>
        <p:style>
          <a:lnRef idx="0"/>
          <a:fillRef idx="0"/>
          <a:effectRef idx="0"/>
          <a:fontRef idx="minor"/>
        </p:style>
        <p:txBody>
          <a:bodyPr lIns="90000" rIns="90000" tIns="91440" bIns="91440" anchor="t">
            <a:spAutoFit/>
          </a:bodyPr>
          <a:p>
            <a:pPr>
              <a:lnSpc>
                <a:spcPct val="100000"/>
              </a:lnSpc>
            </a:pPr>
            <a:r>
              <a:rPr b="0" lang="en" sz="1400" spc="-1" strike="noStrike">
                <a:solidFill>
                  <a:srgbClr val="263238"/>
                </a:solidFill>
                <a:latin typeface="Poppins"/>
                <a:ea typeface="Poppins"/>
              </a:rPr>
              <a:t>The Allow directive affects which hosts can access an area of the server. Access can be controlled by hostname, IP address, IP address range, or by other characteristics of the client request captured in environment variables</a:t>
            </a:r>
            <a:endParaRPr b="0" lang="en-US"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6" name="CustomShape 1"/>
          <p:cNvSpPr/>
          <p:nvPr/>
        </p:nvSpPr>
        <p:spPr>
          <a:xfrm>
            <a:off x="720000" y="972360"/>
            <a:ext cx="5281560" cy="269280"/>
          </a:xfrm>
          <a:prstGeom prst="roundRect">
            <a:avLst>
              <a:gd name="adj" fmla="val 50000"/>
            </a:avLst>
          </a:prstGeom>
          <a:solidFill>
            <a:srgbClr val="f77967"/>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427" name="CustomShape 2"/>
          <p:cNvSpPr/>
          <p:nvPr/>
        </p:nvSpPr>
        <p:spPr>
          <a:xfrm>
            <a:off x="680040" y="534600"/>
            <a:ext cx="7700760" cy="609480"/>
          </a:xfrm>
          <a:prstGeom prst="rect">
            <a:avLst/>
          </a:prstGeom>
          <a:noFill/>
          <a:ln w="0">
            <a:noFill/>
          </a:ln>
        </p:spPr>
        <p:style>
          <a:lnRef idx="0"/>
          <a:fillRef idx="0"/>
          <a:effectRef idx="0"/>
          <a:fontRef idx="minor"/>
        </p:style>
        <p:txBody>
          <a:bodyPr lIns="90000" rIns="90000" tIns="91440" bIns="91440" anchor="t">
            <a:noAutofit/>
          </a:bodyPr>
          <a:p>
            <a:pPr>
              <a:lnSpc>
                <a:spcPct val="100000"/>
              </a:lnSpc>
            </a:pPr>
            <a:r>
              <a:rPr b="0" lang="en" sz="3200" spc="-1" strike="noStrike">
                <a:solidFill>
                  <a:srgbClr val="263238"/>
                </a:solidFill>
                <a:latin typeface="Poppins Black"/>
                <a:ea typeface="Poppins Black"/>
              </a:rPr>
              <a:t>Deny Directive</a:t>
            </a:r>
            <a:endParaRPr b="0" lang="en-US" sz="3200" spc="-1" strike="noStrike">
              <a:solidFill>
                <a:srgbClr val="000000"/>
              </a:solidFill>
              <a:latin typeface="Arial"/>
            </a:endParaRPr>
          </a:p>
        </p:txBody>
      </p:sp>
      <p:sp>
        <p:nvSpPr>
          <p:cNvPr id="428" name="CustomShape 3"/>
          <p:cNvSpPr/>
          <p:nvPr/>
        </p:nvSpPr>
        <p:spPr>
          <a:xfrm>
            <a:off x="628560" y="1910520"/>
            <a:ext cx="7520400" cy="4122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pic>
        <p:nvPicPr>
          <p:cNvPr id="429" name="Google Shape;667;p75" descr=""/>
          <p:cNvPicPr/>
          <p:nvPr/>
        </p:nvPicPr>
        <p:blipFill>
          <a:blip r:embed="rId1"/>
          <a:stretch/>
        </p:blipFill>
        <p:spPr>
          <a:xfrm>
            <a:off x="720000" y="1900080"/>
            <a:ext cx="6549840" cy="1339920"/>
          </a:xfrm>
          <a:prstGeom prst="rect">
            <a:avLst/>
          </a:prstGeom>
          <a:ln w="0">
            <a:noFill/>
          </a:ln>
        </p:spPr>
      </p:pic>
      <p:sp>
        <p:nvSpPr>
          <p:cNvPr id="430" name="CustomShape 4"/>
          <p:cNvSpPr/>
          <p:nvPr/>
        </p:nvSpPr>
        <p:spPr>
          <a:xfrm>
            <a:off x="803880" y="3536280"/>
            <a:ext cx="6968520" cy="822960"/>
          </a:xfrm>
          <a:prstGeom prst="rect">
            <a:avLst/>
          </a:prstGeom>
          <a:noFill/>
          <a:ln w="0">
            <a:noFill/>
          </a:ln>
        </p:spPr>
        <p:style>
          <a:lnRef idx="0"/>
          <a:fillRef idx="0"/>
          <a:effectRef idx="0"/>
          <a:fontRef idx="minor"/>
        </p:style>
        <p:txBody>
          <a:bodyPr lIns="90000" rIns="90000" tIns="91440" bIns="91440" anchor="t">
            <a:spAutoFit/>
          </a:bodyPr>
          <a:p>
            <a:pPr>
              <a:lnSpc>
                <a:spcPct val="100000"/>
              </a:lnSpc>
            </a:pPr>
            <a:r>
              <a:rPr b="0" lang="en" sz="1400" spc="-1" strike="noStrike">
                <a:solidFill>
                  <a:srgbClr val="263238"/>
                </a:solidFill>
                <a:latin typeface="Poppins"/>
                <a:ea typeface="Poppins"/>
              </a:rPr>
              <a:t>This directive allows access to the server to be restricted based on hostname, IP address, or environment variables. The arguments for the Deny directive are identical to the arguments for the Allow directive</a:t>
            </a:r>
            <a:endParaRPr b="0" lang="en-US"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1" name="CustomShape 1"/>
          <p:cNvSpPr/>
          <p:nvPr/>
        </p:nvSpPr>
        <p:spPr>
          <a:xfrm>
            <a:off x="720000" y="972360"/>
            <a:ext cx="5281560" cy="269280"/>
          </a:xfrm>
          <a:prstGeom prst="roundRect">
            <a:avLst>
              <a:gd name="adj" fmla="val 50000"/>
            </a:avLst>
          </a:prstGeom>
          <a:solidFill>
            <a:srgbClr val="f77967"/>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432" name="CustomShape 2"/>
          <p:cNvSpPr/>
          <p:nvPr/>
        </p:nvSpPr>
        <p:spPr>
          <a:xfrm>
            <a:off x="680040" y="534600"/>
            <a:ext cx="7700760" cy="609480"/>
          </a:xfrm>
          <a:prstGeom prst="rect">
            <a:avLst/>
          </a:prstGeom>
          <a:noFill/>
          <a:ln w="0">
            <a:noFill/>
          </a:ln>
        </p:spPr>
        <p:style>
          <a:lnRef idx="0"/>
          <a:fillRef idx="0"/>
          <a:effectRef idx="0"/>
          <a:fontRef idx="minor"/>
        </p:style>
        <p:txBody>
          <a:bodyPr lIns="90000" rIns="90000" tIns="91440" bIns="91440" anchor="t">
            <a:noAutofit/>
          </a:bodyPr>
          <a:p>
            <a:pPr>
              <a:lnSpc>
                <a:spcPct val="100000"/>
              </a:lnSpc>
            </a:pPr>
            <a:r>
              <a:rPr b="0" lang="en" sz="3200" spc="-1" strike="noStrike">
                <a:solidFill>
                  <a:srgbClr val="263238"/>
                </a:solidFill>
                <a:latin typeface="Poppins Black"/>
                <a:ea typeface="Poppins Black"/>
              </a:rPr>
              <a:t>CacheEnable Directive</a:t>
            </a:r>
            <a:endParaRPr b="0" lang="en-US" sz="3200" spc="-1" strike="noStrike">
              <a:solidFill>
                <a:srgbClr val="000000"/>
              </a:solidFill>
              <a:latin typeface="Arial"/>
            </a:endParaRPr>
          </a:p>
        </p:txBody>
      </p:sp>
      <p:sp>
        <p:nvSpPr>
          <p:cNvPr id="433" name="CustomShape 3"/>
          <p:cNvSpPr/>
          <p:nvPr/>
        </p:nvSpPr>
        <p:spPr>
          <a:xfrm>
            <a:off x="628560" y="1910520"/>
            <a:ext cx="7520400" cy="4122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pic>
        <p:nvPicPr>
          <p:cNvPr id="434" name="Google Shape;676;p76" descr=""/>
          <p:cNvPicPr/>
          <p:nvPr/>
        </p:nvPicPr>
        <p:blipFill>
          <a:blip r:embed="rId1"/>
          <a:stretch/>
        </p:blipFill>
        <p:spPr>
          <a:xfrm>
            <a:off x="680040" y="1878840"/>
            <a:ext cx="5197320" cy="1311120"/>
          </a:xfrm>
          <a:prstGeom prst="rect">
            <a:avLst/>
          </a:prstGeom>
          <a:ln w="0">
            <a:noFill/>
          </a:ln>
        </p:spPr>
      </p:pic>
      <p:sp>
        <p:nvSpPr>
          <p:cNvPr id="435" name="CustomShape 4"/>
          <p:cNvSpPr/>
          <p:nvPr/>
        </p:nvSpPr>
        <p:spPr>
          <a:xfrm>
            <a:off x="720000" y="3381480"/>
            <a:ext cx="6968520" cy="1036440"/>
          </a:xfrm>
          <a:prstGeom prst="rect">
            <a:avLst/>
          </a:prstGeom>
          <a:noFill/>
          <a:ln w="0">
            <a:noFill/>
          </a:ln>
        </p:spPr>
        <p:style>
          <a:lnRef idx="0"/>
          <a:fillRef idx="0"/>
          <a:effectRef idx="0"/>
          <a:fontRef idx="minor"/>
        </p:style>
        <p:txBody>
          <a:bodyPr lIns="90000" rIns="90000" tIns="91440" bIns="91440" anchor="t">
            <a:spAutoFit/>
          </a:bodyPr>
          <a:p>
            <a:pPr>
              <a:lnSpc>
                <a:spcPct val="100000"/>
              </a:lnSpc>
            </a:pPr>
            <a:r>
              <a:rPr b="0" lang="en" sz="1400" spc="-1" strike="noStrike">
                <a:solidFill>
                  <a:srgbClr val="263238"/>
                </a:solidFill>
                <a:latin typeface="Poppins"/>
                <a:ea typeface="Poppins"/>
              </a:rPr>
              <a:t>The CacheEnable directive instructs mod_cache to cache urls at or below url-string. The cache storage manager is specified with the cache_type argument. The CacheEnable directive can alternatively be placed inside either &lt;Location&gt; or &lt;LocationMatch&gt; sections to indicate the content is cacheable</a:t>
            </a:r>
            <a:endParaRPr b="0" lang="en-US"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6" name="CustomShape 1"/>
          <p:cNvSpPr/>
          <p:nvPr/>
        </p:nvSpPr>
        <p:spPr>
          <a:xfrm>
            <a:off x="1508760" y="2097720"/>
            <a:ext cx="3317400" cy="269280"/>
          </a:xfrm>
          <a:prstGeom prst="roundRect">
            <a:avLst>
              <a:gd name="adj" fmla="val 50000"/>
            </a:avLst>
          </a:prstGeom>
          <a:solidFill>
            <a:srgbClr val="de4c36">
              <a:alpha val="51000"/>
            </a:srgbClr>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437" name="CustomShape 2"/>
          <p:cNvSpPr/>
          <p:nvPr/>
        </p:nvSpPr>
        <p:spPr>
          <a:xfrm>
            <a:off x="1452600" y="1643040"/>
            <a:ext cx="4188240" cy="721800"/>
          </a:xfrm>
          <a:prstGeom prst="rect">
            <a:avLst/>
          </a:prstGeom>
          <a:noFill/>
          <a:ln w="0">
            <a:noFill/>
          </a:ln>
        </p:spPr>
        <p:style>
          <a:lnRef idx="0"/>
          <a:fillRef idx="0"/>
          <a:effectRef idx="0"/>
          <a:fontRef idx="minor"/>
        </p:style>
        <p:txBody>
          <a:bodyPr lIns="90000" rIns="90000" tIns="91440" bIns="91440" anchor="t">
            <a:noAutofit/>
          </a:bodyPr>
          <a:p>
            <a:pPr>
              <a:lnSpc>
                <a:spcPct val="100000"/>
              </a:lnSpc>
            </a:pPr>
            <a:r>
              <a:rPr b="0" lang="en" sz="4000" spc="-1" strike="noStrike">
                <a:solidFill>
                  <a:srgbClr val="263238"/>
                </a:solidFill>
                <a:latin typeface="Poppins Black"/>
                <a:ea typeface="Poppins Black"/>
              </a:rPr>
              <a:t>Apache </a:t>
            </a:r>
            <a:br>
              <a:rPr sz="1800"/>
            </a:br>
            <a:r>
              <a:rPr b="0" lang="en" sz="4000" spc="-1" strike="noStrike">
                <a:solidFill>
                  <a:srgbClr val="263238"/>
                </a:solidFill>
                <a:latin typeface="Poppins Black"/>
                <a:ea typeface="Poppins Black"/>
              </a:rPr>
              <a:t>Demo</a:t>
            </a:r>
            <a:endParaRPr b="0" lang="en-US" sz="4000" spc="-1" strike="noStrike">
              <a:solidFill>
                <a:srgbClr val="000000"/>
              </a:solidFill>
              <a:latin typeface="Arial"/>
            </a:endParaRPr>
          </a:p>
        </p:txBody>
      </p:sp>
      <p:grpSp>
        <p:nvGrpSpPr>
          <p:cNvPr id="438" name="Group 3"/>
          <p:cNvGrpSpPr/>
          <p:nvPr/>
        </p:nvGrpSpPr>
        <p:grpSpPr>
          <a:xfrm>
            <a:off x="5500800" y="433800"/>
            <a:ext cx="3201840" cy="3139920"/>
            <a:chOff x="5500800" y="433800"/>
            <a:chExt cx="3201840" cy="3139920"/>
          </a:xfrm>
        </p:grpSpPr>
        <p:sp>
          <p:nvSpPr>
            <p:cNvPr id="439" name="CustomShape 4"/>
            <p:cNvSpPr/>
            <p:nvPr/>
          </p:nvSpPr>
          <p:spPr>
            <a:xfrm>
              <a:off x="5562720" y="433800"/>
              <a:ext cx="3139920" cy="3139920"/>
            </a:xfrm>
            <a:prstGeom prst="ellipse">
              <a:avLst/>
            </a:prstGeom>
            <a:solidFill>
              <a:srgbClr val="ffffff"/>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grpSp>
          <p:nvGrpSpPr>
            <p:cNvPr id="440" name="Group 5"/>
            <p:cNvGrpSpPr/>
            <p:nvPr/>
          </p:nvGrpSpPr>
          <p:grpSpPr>
            <a:xfrm>
              <a:off x="5500800" y="540000"/>
              <a:ext cx="2919960" cy="2851560"/>
              <a:chOff x="5500800" y="540000"/>
              <a:chExt cx="2919960" cy="2851560"/>
            </a:xfrm>
          </p:grpSpPr>
          <p:sp>
            <p:nvSpPr>
              <p:cNvPr id="441" name="CustomShape 6"/>
              <p:cNvSpPr/>
              <p:nvPr/>
            </p:nvSpPr>
            <p:spPr>
              <a:xfrm>
                <a:off x="7018560" y="3226320"/>
                <a:ext cx="280440" cy="99720"/>
              </a:xfrm>
              <a:custGeom>
                <a:avLst/>
                <a:gdLst>
                  <a:gd name="textAreaLeft" fmla="*/ 0 w 280440"/>
                  <a:gd name="textAreaRight" fmla="*/ 281520 w 280440"/>
                  <a:gd name="textAreaTop" fmla="*/ 0 h 99720"/>
                  <a:gd name="textAreaBottom" fmla="*/ 100800 h 99720"/>
                </a:gdLst>
                <a:ahLst/>
                <a:rect l="textAreaLeft" t="textAreaTop" r="textAreaRight" b="textAreaBottom"/>
                <a:pathLst>
                  <a:path w="6072" h="2203">
                    <a:moveTo>
                      <a:pt x="5938" y="1"/>
                    </a:moveTo>
                    <a:lnTo>
                      <a:pt x="1" y="1802"/>
                    </a:lnTo>
                    <a:lnTo>
                      <a:pt x="134" y="2202"/>
                    </a:lnTo>
                    <a:lnTo>
                      <a:pt x="6072" y="401"/>
                    </a:lnTo>
                    <a:lnTo>
                      <a:pt x="5938" y="1"/>
                    </a:lnTo>
                    <a:close/>
                  </a:path>
                </a:pathLst>
              </a:custGeom>
              <a:solidFill>
                <a:srgbClr val="de4c36"/>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442" name="CustomShape 7"/>
              <p:cNvSpPr/>
              <p:nvPr/>
            </p:nvSpPr>
            <p:spPr>
              <a:xfrm>
                <a:off x="7376760" y="3157920"/>
                <a:ext cx="149400" cy="60480"/>
              </a:xfrm>
              <a:custGeom>
                <a:avLst/>
                <a:gdLst>
                  <a:gd name="textAreaLeft" fmla="*/ 0 w 149400"/>
                  <a:gd name="textAreaRight" fmla="*/ 150480 w 149400"/>
                  <a:gd name="textAreaTop" fmla="*/ 0 h 60480"/>
                  <a:gd name="textAreaBottom" fmla="*/ 61560 h 60480"/>
                </a:gdLst>
                <a:ahLst/>
                <a:rect l="textAreaLeft" t="textAreaTop" r="textAreaRight" b="textAreaBottom"/>
                <a:pathLst>
                  <a:path w="3270" h="1368">
                    <a:moveTo>
                      <a:pt x="3170" y="0"/>
                    </a:moveTo>
                    <a:lnTo>
                      <a:pt x="1" y="967"/>
                    </a:lnTo>
                    <a:lnTo>
                      <a:pt x="101" y="1368"/>
                    </a:lnTo>
                    <a:lnTo>
                      <a:pt x="3270" y="400"/>
                    </a:lnTo>
                    <a:lnTo>
                      <a:pt x="3170" y="0"/>
                    </a:lnTo>
                    <a:close/>
                  </a:path>
                </a:pathLst>
              </a:custGeom>
              <a:solidFill>
                <a:srgbClr val="de4c36"/>
              </a:solidFill>
              <a:ln w="0">
                <a:noFill/>
              </a:ln>
            </p:spPr>
            <p:style>
              <a:lnRef idx="0"/>
              <a:fillRef idx="0"/>
              <a:effectRef idx="0"/>
              <a:fontRef idx="minor"/>
            </p:style>
            <p:txBody>
              <a:bodyPr lIns="90000" rIns="90000" tIns="16560" bIns="16560" anchor="t">
                <a:noAutofit/>
              </a:bodyPr>
              <a:p>
                <a:pPr>
                  <a:lnSpc>
                    <a:spcPct val="100000"/>
                  </a:lnSpc>
                </a:pPr>
                <a:endParaRPr b="0" lang="en-US" sz="1800" spc="-1" strike="noStrike">
                  <a:solidFill>
                    <a:srgbClr val="ffffff"/>
                  </a:solidFill>
                  <a:latin typeface="Arial"/>
                  <a:ea typeface="DejaVu Sans"/>
                </a:endParaRPr>
              </a:p>
            </p:txBody>
          </p:sp>
          <p:sp>
            <p:nvSpPr>
              <p:cNvPr id="443" name="CustomShape 8"/>
              <p:cNvSpPr/>
              <p:nvPr/>
            </p:nvSpPr>
            <p:spPr>
              <a:xfrm>
                <a:off x="6152400" y="1816200"/>
                <a:ext cx="1744920" cy="1575360"/>
              </a:xfrm>
              <a:custGeom>
                <a:avLst/>
                <a:gdLst>
                  <a:gd name="textAreaLeft" fmla="*/ 0 w 1744920"/>
                  <a:gd name="textAreaRight" fmla="*/ 1746000 w 1744920"/>
                  <a:gd name="textAreaTop" fmla="*/ 0 h 1575360"/>
                  <a:gd name="textAreaBottom" fmla="*/ 1576440 h 1575360"/>
                </a:gdLst>
                <a:ahLst/>
                <a:rect l="textAreaLeft" t="textAreaTop" r="textAreaRight" b="textAreaBottom"/>
                <a:pathLst>
                  <a:path w="37427" h="33792">
                    <a:moveTo>
                      <a:pt x="29922" y="1"/>
                    </a:moveTo>
                    <a:lnTo>
                      <a:pt x="0" y="9107"/>
                    </a:lnTo>
                    <a:lnTo>
                      <a:pt x="7506" y="33791"/>
                    </a:lnTo>
                    <a:lnTo>
                      <a:pt x="37427" y="24652"/>
                    </a:lnTo>
                    <a:lnTo>
                      <a:pt x="29922" y="1"/>
                    </a:lnTo>
                    <a:close/>
                  </a:path>
                </a:pathLst>
              </a:custGeom>
              <a:solidFill>
                <a:srgbClr val="de4c36">
                  <a:alpha val="51000"/>
                </a:srgbClr>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444" name="CustomShape 9"/>
              <p:cNvSpPr/>
              <p:nvPr/>
            </p:nvSpPr>
            <p:spPr>
              <a:xfrm>
                <a:off x="7549920" y="1657440"/>
                <a:ext cx="870840" cy="1308600"/>
              </a:xfrm>
              <a:custGeom>
                <a:avLst/>
                <a:gdLst>
                  <a:gd name="textAreaLeft" fmla="*/ 0 w 870840"/>
                  <a:gd name="textAreaRight" fmla="*/ 871920 w 870840"/>
                  <a:gd name="textAreaTop" fmla="*/ 0 h 1308600"/>
                  <a:gd name="textAreaBottom" fmla="*/ 1309680 h 1308600"/>
                </a:gdLst>
                <a:ahLst/>
                <a:rect l="textAreaLeft" t="textAreaTop" r="textAreaRight" b="textAreaBottom"/>
                <a:pathLst>
                  <a:path w="18714" h="28087">
                    <a:moveTo>
                      <a:pt x="11175" y="0"/>
                    </a:moveTo>
                    <a:lnTo>
                      <a:pt x="1" y="3403"/>
                    </a:lnTo>
                    <a:lnTo>
                      <a:pt x="7506" y="28087"/>
                    </a:lnTo>
                    <a:lnTo>
                      <a:pt x="18714" y="24651"/>
                    </a:lnTo>
                    <a:lnTo>
                      <a:pt x="11175" y="0"/>
                    </a:lnTo>
                    <a:close/>
                  </a:path>
                </a:pathLst>
              </a:custGeom>
              <a:solidFill>
                <a:srgbClr val="80ed99"/>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445" name="CustomShape 10"/>
              <p:cNvSpPr/>
              <p:nvPr/>
            </p:nvSpPr>
            <p:spPr>
              <a:xfrm>
                <a:off x="7549920" y="1657440"/>
                <a:ext cx="870840" cy="1308600"/>
              </a:xfrm>
              <a:custGeom>
                <a:avLst/>
                <a:gdLst>
                  <a:gd name="textAreaLeft" fmla="*/ 0 w 870840"/>
                  <a:gd name="textAreaRight" fmla="*/ 871920 w 870840"/>
                  <a:gd name="textAreaTop" fmla="*/ 0 h 1308600"/>
                  <a:gd name="textAreaBottom" fmla="*/ 1309680 h 1308600"/>
                </a:gdLst>
                <a:ahLst/>
                <a:rect l="textAreaLeft" t="textAreaTop" r="textAreaRight" b="textAreaBottom"/>
                <a:pathLst>
                  <a:path w="18714" h="28087">
                    <a:moveTo>
                      <a:pt x="11175" y="0"/>
                    </a:moveTo>
                    <a:lnTo>
                      <a:pt x="1" y="3403"/>
                    </a:lnTo>
                    <a:lnTo>
                      <a:pt x="7506" y="28087"/>
                    </a:lnTo>
                    <a:lnTo>
                      <a:pt x="18714" y="24651"/>
                    </a:lnTo>
                    <a:lnTo>
                      <a:pt x="11175" y="0"/>
                    </a:lnTo>
                    <a:close/>
                  </a:path>
                </a:pathLst>
              </a:custGeom>
              <a:solidFill>
                <a:srgbClr val="de4c36"/>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446" name="CustomShape 11"/>
              <p:cNvSpPr/>
              <p:nvPr/>
            </p:nvSpPr>
            <p:spPr>
              <a:xfrm>
                <a:off x="7395480" y="2279160"/>
                <a:ext cx="750960" cy="554760"/>
              </a:xfrm>
              <a:custGeom>
                <a:avLst/>
                <a:gdLst>
                  <a:gd name="textAreaLeft" fmla="*/ 0 w 750960"/>
                  <a:gd name="textAreaRight" fmla="*/ 752040 w 750960"/>
                  <a:gd name="textAreaTop" fmla="*/ 0 h 554760"/>
                  <a:gd name="textAreaBottom" fmla="*/ 555840 h 554760"/>
                </a:gdLst>
                <a:ahLst/>
                <a:rect l="textAreaLeft" t="textAreaTop" r="textAreaRight" b="textAreaBottom"/>
                <a:pathLst>
                  <a:path w="16146" h="11943">
                    <a:moveTo>
                      <a:pt x="13810" y="1"/>
                    </a:moveTo>
                    <a:lnTo>
                      <a:pt x="0" y="4170"/>
                    </a:lnTo>
                    <a:lnTo>
                      <a:pt x="2335" y="11943"/>
                    </a:lnTo>
                    <a:lnTo>
                      <a:pt x="16145" y="7773"/>
                    </a:lnTo>
                    <a:lnTo>
                      <a:pt x="13810" y="1"/>
                    </a:lnTo>
                    <a:close/>
                  </a:path>
                </a:pathLst>
              </a:custGeom>
              <a:solidFill>
                <a:srgbClr val="1a2327">
                  <a:alpha val="13000"/>
                </a:srgbClr>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447" name="CustomShape 12"/>
              <p:cNvSpPr/>
              <p:nvPr/>
            </p:nvSpPr>
            <p:spPr>
              <a:xfrm>
                <a:off x="6354720" y="2275920"/>
                <a:ext cx="313200" cy="313200"/>
              </a:xfrm>
              <a:custGeom>
                <a:avLst/>
                <a:gdLst>
                  <a:gd name="textAreaLeft" fmla="*/ 0 w 313200"/>
                  <a:gd name="textAreaRight" fmla="*/ 314280 w 313200"/>
                  <a:gd name="textAreaTop" fmla="*/ 0 h 313200"/>
                  <a:gd name="textAreaBottom" fmla="*/ 314280 h 313200"/>
                </a:gdLst>
                <a:ahLst/>
                <a:rect l="textAreaLeft" t="textAreaTop" r="textAreaRight" b="textAreaBottom"/>
                <a:pathLst>
                  <a:path w="6773" h="6773">
                    <a:moveTo>
                      <a:pt x="5204" y="1"/>
                    </a:moveTo>
                    <a:lnTo>
                      <a:pt x="1" y="1602"/>
                    </a:lnTo>
                    <a:lnTo>
                      <a:pt x="1602" y="6772"/>
                    </a:lnTo>
                    <a:lnTo>
                      <a:pt x="6772" y="5205"/>
                    </a:lnTo>
                    <a:lnTo>
                      <a:pt x="5204" y="1"/>
                    </a:lnTo>
                    <a:close/>
                  </a:path>
                </a:pathLst>
              </a:custGeom>
              <a:solidFill>
                <a:srgbClr val="1a2327">
                  <a:alpha val="13000"/>
                </a:srgbClr>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448" name="CustomShape 13"/>
              <p:cNvSpPr/>
              <p:nvPr/>
            </p:nvSpPr>
            <p:spPr>
              <a:xfrm>
                <a:off x="6652440" y="2185560"/>
                <a:ext cx="311760" cy="313200"/>
              </a:xfrm>
              <a:custGeom>
                <a:avLst/>
                <a:gdLst>
                  <a:gd name="textAreaLeft" fmla="*/ 0 w 311760"/>
                  <a:gd name="textAreaRight" fmla="*/ 312840 w 311760"/>
                  <a:gd name="textAreaTop" fmla="*/ 0 h 313200"/>
                  <a:gd name="textAreaBottom" fmla="*/ 314280 h 313200"/>
                </a:gdLst>
                <a:ahLst/>
                <a:rect l="textAreaLeft" t="textAreaTop" r="textAreaRight" b="textAreaBottom"/>
                <a:pathLst>
                  <a:path w="6740" h="6772">
                    <a:moveTo>
                      <a:pt x="5171" y="0"/>
                    </a:moveTo>
                    <a:lnTo>
                      <a:pt x="1" y="1601"/>
                    </a:lnTo>
                    <a:lnTo>
                      <a:pt x="1569" y="6772"/>
                    </a:lnTo>
                    <a:lnTo>
                      <a:pt x="6739" y="5204"/>
                    </a:lnTo>
                    <a:lnTo>
                      <a:pt x="5171" y="0"/>
                    </a:lnTo>
                    <a:close/>
                  </a:path>
                </a:pathLst>
              </a:custGeom>
              <a:solidFill>
                <a:srgbClr val="1a2327">
                  <a:alpha val="13000"/>
                </a:srgbClr>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449" name="CustomShape 14"/>
              <p:cNvSpPr/>
              <p:nvPr/>
            </p:nvSpPr>
            <p:spPr>
              <a:xfrm>
                <a:off x="6644520" y="612720"/>
                <a:ext cx="428400" cy="630360"/>
              </a:xfrm>
              <a:custGeom>
                <a:avLst/>
                <a:gdLst>
                  <a:gd name="textAreaLeft" fmla="*/ 0 w 428400"/>
                  <a:gd name="textAreaRight" fmla="*/ 429480 w 428400"/>
                  <a:gd name="textAreaTop" fmla="*/ 0 h 630360"/>
                  <a:gd name="textAreaBottom" fmla="*/ 631440 h 630360"/>
                </a:gdLst>
                <a:ahLst/>
                <a:rect l="textAreaLeft" t="textAreaTop" r="textAreaRight" b="textAreaBottom"/>
                <a:pathLst>
                  <a:path w="9241" h="13566">
                    <a:moveTo>
                      <a:pt x="4145" y="1"/>
                    </a:moveTo>
                    <a:cubicBezTo>
                      <a:pt x="3944" y="1"/>
                      <a:pt x="3740" y="17"/>
                      <a:pt x="3536" y="49"/>
                    </a:cubicBezTo>
                    <a:cubicBezTo>
                      <a:pt x="1434" y="383"/>
                      <a:pt x="0" y="2384"/>
                      <a:pt x="334" y="4486"/>
                    </a:cubicBezTo>
                    <a:lnTo>
                      <a:pt x="1268" y="10323"/>
                    </a:lnTo>
                    <a:cubicBezTo>
                      <a:pt x="1571" y="12234"/>
                      <a:pt x="3226" y="13566"/>
                      <a:pt x="5129" y="13566"/>
                    </a:cubicBezTo>
                    <a:cubicBezTo>
                      <a:pt x="5318" y="13566"/>
                      <a:pt x="5511" y="13553"/>
                      <a:pt x="5704" y="13525"/>
                    </a:cubicBezTo>
                    <a:cubicBezTo>
                      <a:pt x="7806" y="13159"/>
                      <a:pt x="9240" y="11190"/>
                      <a:pt x="8906" y="9089"/>
                    </a:cubicBezTo>
                    <a:lnTo>
                      <a:pt x="7972" y="3251"/>
                    </a:lnTo>
                    <a:cubicBezTo>
                      <a:pt x="7671" y="1354"/>
                      <a:pt x="6011" y="1"/>
                      <a:pt x="4145" y="1"/>
                    </a:cubicBezTo>
                    <a:close/>
                  </a:path>
                </a:pathLst>
              </a:custGeom>
              <a:solidFill>
                <a:srgbClr val="de4c36">
                  <a:alpha val="51000"/>
                </a:srgbClr>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450" name="CustomShape 15"/>
              <p:cNvSpPr/>
              <p:nvPr/>
            </p:nvSpPr>
            <p:spPr>
              <a:xfrm>
                <a:off x="6734880" y="806400"/>
                <a:ext cx="271440" cy="227880"/>
              </a:xfrm>
              <a:custGeom>
                <a:avLst/>
                <a:gdLst>
                  <a:gd name="textAreaLeft" fmla="*/ 0 w 271440"/>
                  <a:gd name="textAreaRight" fmla="*/ 272520 w 271440"/>
                  <a:gd name="textAreaTop" fmla="*/ 0 h 227880"/>
                  <a:gd name="textAreaBottom" fmla="*/ 228960 h 227880"/>
                </a:gdLst>
                <a:ahLst/>
                <a:rect l="textAreaLeft" t="textAreaTop" r="textAreaRight" b="textAreaBottom"/>
                <a:pathLst>
                  <a:path w="5884" h="4946">
                    <a:moveTo>
                      <a:pt x="2699" y="1"/>
                    </a:moveTo>
                    <a:cubicBezTo>
                      <a:pt x="2559" y="1"/>
                      <a:pt x="2416" y="13"/>
                      <a:pt x="2269" y="37"/>
                    </a:cubicBezTo>
                    <a:cubicBezTo>
                      <a:pt x="901" y="238"/>
                      <a:pt x="1" y="1539"/>
                      <a:pt x="201" y="2873"/>
                    </a:cubicBezTo>
                    <a:cubicBezTo>
                      <a:pt x="423" y="4183"/>
                      <a:pt x="1534" y="4946"/>
                      <a:pt x="2666" y="4946"/>
                    </a:cubicBezTo>
                    <a:cubicBezTo>
                      <a:pt x="3407" y="4946"/>
                      <a:pt x="4156" y="4619"/>
                      <a:pt x="4671" y="3907"/>
                    </a:cubicBezTo>
                    <a:cubicBezTo>
                      <a:pt x="5884" y="2258"/>
                      <a:pt x="4632" y="1"/>
                      <a:pt x="2699" y="1"/>
                    </a:cubicBezTo>
                    <a:close/>
                  </a:path>
                </a:pathLst>
              </a:custGeom>
              <a:solidFill>
                <a:srgbClr val="de4c36"/>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451" name="CustomShape 16"/>
              <p:cNvSpPr/>
              <p:nvPr/>
            </p:nvSpPr>
            <p:spPr>
              <a:xfrm>
                <a:off x="6778440" y="847440"/>
                <a:ext cx="174960" cy="147600"/>
              </a:xfrm>
              <a:custGeom>
                <a:avLst/>
                <a:gdLst>
                  <a:gd name="textAreaLeft" fmla="*/ 0 w 174960"/>
                  <a:gd name="textAreaRight" fmla="*/ 176040 w 174960"/>
                  <a:gd name="textAreaTop" fmla="*/ 0 h 147600"/>
                  <a:gd name="textAreaBottom" fmla="*/ 148680 h 147600"/>
                </a:gdLst>
                <a:ahLst/>
                <a:rect l="textAreaLeft" t="textAreaTop" r="textAreaRight" b="textAreaBottom"/>
                <a:pathLst>
                  <a:path w="3815" h="3230">
                    <a:moveTo>
                      <a:pt x="1748" y="1"/>
                    </a:moveTo>
                    <a:cubicBezTo>
                      <a:pt x="1657" y="1"/>
                      <a:pt x="1564" y="8"/>
                      <a:pt x="1469" y="24"/>
                    </a:cubicBezTo>
                    <a:cubicBezTo>
                      <a:pt x="601" y="157"/>
                      <a:pt x="1" y="991"/>
                      <a:pt x="134" y="1858"/>
                    </a:cubicBezTo>
                    <a:cubicBezTo>
                      <a:pt x="276" y="2728"/>
                      <a:pt x="994" y="3230"/>
                      <a:pt x="1731" y="3230"/>
                    </a:cubicBezTo>
                    <a:cubicBezTo>
                      <a:pt x="2209" y="3230"/>
                      <a:pt x="2695" y="3018"/>
                      <a:pt x="3036" y="2559"/>
                    </a:cubicBezTo>
                    <a:cubicBezTo>
                      <a:pt x="3815" y="1469"/>
                      <a:pt x="3023" y="1"/>
                      <a:pt x="1748" y="1"/>
                    </a:cubicBezTo>
                    <a:close/>
                  </a:path>
                </a:pathLst>
              </a:custGeom>
              <a:solidFill>
                <a:schemeClr val="dk1"/>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452" name="CustomShape 17"/>
              <p:cNvSpPr/>
              <p:nvPr/>
            </p:nvSpPr>
            <p:spPr>
              <a:xfrm>
                <a:off x="6855480" y="870840"/>
                <a:ext cx="47160" cy="42840"/>
              </a:xfrm>
              <a:custGeom>
                <a:avLst/>
                <a:gdLst>
                  <a:gd name="textAreaLeft" fmla="*/ 0 w 47160"/>
                  <a:gd name="textAreaRight" fmla="*/ 48240 w 47160"/>
                  <a:gd name="textAreaTop" fmla="*/ 0 h 42840"/>
                  <a:gd name="textAreaBottom" fmla="*/ 43920 h 42840"/>
                </a:gdLst>
                <a:ahLst/>
                <a:rect l="textAreaLeft" t="textAreaTop" r="textAreaRight" b="textAreaBottom"/>
                <a:pathLst>
                  <a:path w="1080" h="990">
                    <a:moveTo>
                      <a:pt x="548" y="1"/>
                    </a:moveTo>
                    <a:cubicBezTo>
                      <a:pt x="276" y="1"/>
                      <a:pt x="0" y="209"/>
                      <a:pt x="56" y="562"/>
                    </a:cubicBezTo>
                    <a:cubicBezTo>
                      <a:pt x="100" y="857"/>
                      <a:pt x="315" y="989"/>
                      <a:pt x="532" y="989"/>
                    </a:cubicBezTo>
                    <a:cubicBezTo>
                      <a:pt x="804" y="989"/>
                      <a:pt x="1079" y="781"/>
                      <a:pt x="1023" y="428"/>
                    </a:cubicBezTo>
                    <a:cubicBezTo>
                      <a:pt x="979" y="133"/>
                      <a:pt x="764" y="1"/>
                      <a:pt x="548" y="1"/>
                    </a:cubicBezTo>
                    <a:close/>
                  </a:path>
                </a:pathLst>
              </a:custGeom>
              <a:solidFill>
                <a:srgbClr val="ffffff"/>
              </a:solidFill>
              <a:ln w="0">
                <a:noFill/>
              </a:ln>
            </p:spPr>
            <p:style>
              <a:lnRef idx="0"/>
              <a:fillRef idx="0"/>
              <a:effectRef idx="0"/>
              <a:fontRef idx="minor"/>
            </p:style>
            <p:txBody>
              <a:bodyPr lIns="90000" rIns="90000" tIns="-1080" bIns="-1080" anchor="t">
                <a:noAutofit/>
              </a:bodyPr>
              <a:p>
                <a:pPr>
                  <a:lnSpc>
                    <a:spcPct val="100000"/>
                  </a:lnSpc>
                </a:pPr>
                <a:endParaRPr b="0" lang="en-US" sz="1800" spc="-1" strike="noStrike">
                  <a:solidFill>
                    <a:srgbClr val="000000"/>
                  </a:solidFill>
                  <a:latin typeface="Arial"/>
                  <a:ea typeface="DejaVu Sans"/>
                </a:endParaRPr>
              </a:p>
            </p:txBody>
          </p:sp>
          <p:sp>
            <p:nvSpPr>
              <p:cNvPr id="453" name="CustomShape 18"/>
              <p:cNvSpPr/>
              <p:nvPr/>
            </p:nvSpPr>
            <p:spPr>
              <a:xfrm>
                <a:off x="6819840" y="947520"/>
                <a:ext cx="22680" cy="19800"/>
              </a:xfrm>
              <a:custGeom>
                <a:avLst/>
                <a:gdLst>
                  <a:gd name="textAreaLeft" fmla="*/ 0 w 22680"/>
                  <a:gd name="textAreaRight" fmla="*/ 23760 w 22680"/>
                  <a:gd name="textAreaTop" fmla="*/ 0 h 19800"/>
                  <a:gd name="textAreaBottom" fmla="*/ 20880 h 19800"/>
                </a:gdLst>
                <a:ahLst/>
                <a:rect l="textAreaLeft" t="textAreaTop" r="textAreaRight" b="textAreaBottom"/>
                <a:pathLst>
                  <a:path w="553" h="494">
                    <a:moveTo>
                      <a:pt x="281" y="0"/>
                    </a:moveTo>
                    <a:cubicBezTo>
                      <a:pt x="143" y="0"/>
                      <a:pt x="0" y="103"/>
                      <a:pt x="18" y="286"/>
                    </a:cubicBezTo>
                    <a:cubicBezTo>
                      <a:pt x="47" y="402"/>
                      <a:pt x="152" y="493"/>
                      <a:pt x="266" y="493"/>
                    </a:cubicBezTo>
                    <a:cubicBezTo>
                      <a:pt x="284" y="493"/>
                      <a:pt x="301" y="491"/>
                      <a:pt x="319" y="487"/>
                    </a:cubicBezTo>
                    <a:cubicBezTo>
                      <a:pt x="452" y="487"/>
                      <a:pt x="552" y="353"/>
                      <a:pt x="519" y="220"/>
                    </a:cubicBezTo>
                    <a:cubicBezTo>
                      <a:pt x="504" y="69"/>
                      <a:pt x="394" y="0"/>
                      <a:pt x="281" y="0"/>
                    </a:cubicBezTo>
                    <a:close/>
                  </a:path>
                </a:pathLst>
              </a:custGeom>
              <a:solidFill>
                <a:srgbClr val="ffffff"/>
              </a:solidFill>
              <a:ln w="0">
                <a:noFill/>
              </a:ln>
            </p:spPr>
            <p:style>
              <a:lnRef idx="0"/>
              <a:fillRef idx="0"/>
              <a:effectRef idx="0"/>
              <a:fontRef idx="minor"/>
            </p:style>
            <p:txBody>
              <a:bodyPr lIns="90000" rIns="90000" tIns="-24120" bIns="-24120" anchor="t">
                <a:noAutofit/>
              </a:bodyPr>
              <a:p>
                <a:pPr>
                  <a:lnSpc>
                    <a:spcPct val="100000"/>
                  </a:lnSpc>
                </a:pPr>
                <a:endParaRPr b="0" lang="en-US" sz="1800" spc="-1" strike="noStrike">
                  <a:solidFill>
                    <a:srgbClr val="000000"/>
                  </a:solidFill>
                  <a:latin typeface="Arial"/>
                  <a:ea typeface="DejaVu Sans"/>
                </a:endParaRPr>
              </a:p>
            </p:txBody>
          </p:sp>
          <p:sp>
            <p:nvSpPr>
              <p:cNvPr id="454" name="CustomShape 19"/>
              <p:cNvSpPr/>
              <p:nvPr/>
            </p:nvSpPr>
            <p:spPr>
              <a:xfrm>
                <a:off x="7351920" y="784800"/>
                <a:ext cx="428400" cy="116640"/>
              </a:xfrm>
              <a:custGeom>
                <a:avLst/>
                <a:gdLst>
                  <a:gd name="textAreaLeft" fmla="*/ 0 w 428400"/>
                  <a:gd name="textAreaRight" fmla="*/ 429480 w 428400"/>
                  <a:gd name="textAreaTop" fmla="*/ 0 h 116640"/>
                  <a:gd name="textAreaBottom" fmla="*/ 117720 h 116640"/>
                </a:gdLst>
                <a:ahLst/>
                <a:rect l="textAreaLeft" t="textAreaTop" r="textAreaRight" b="textAreaBottom"/>
                <a:pathLst>
                  <a:path w="10808" h="2569">
                    <a:moveTo>
                      <a:pt x="10574" y="0"/>
                    </a:moveTo>
                    <a:lnTo>
                      <a:pt x="0" y="1034"/>
                    </a:lnTo>
                    <a:lnTo>
                      <a:pt x="267" y="2569"/>
                    </a:lnTo>
                    <a:lnTo>
                      <a:pt x="10808" y="1401"/>
                    </a:lnTo>
                    <a:lnTo>
                      <a:pt x="10574" y="0"/>
                    </a:lnTo>
                    <a:close/>
                  </a:path>
                </a:pathLst>
              </a:custGeom>
              <a:solidFill>
                <a:schemeClr val="dk1"/>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455" name="CustomShape 20"/>
              <p:cNvSpPr/>
              <p:nvPr/>
            </p:nvSpPr>
            <p:spPr>
              <a:xfrm>
                <a:off x="7754040" y="671760"/>
                <a:ext cx="194760" cy="285480"/>
              </a:xfrm>
              <a:custGeom>
                <a:avLst/>
                <a:gdLst>
                  <a:gd name="textAreaLeft" fmla="*/ 0 w 194760"/>
                  <a:gd name="textAreaRight" fmla="*/ 195840 w 194760"/>
                  <a:gd name="textAreaTop" fmla="*/ 0 h 285480"/>
                  <a:gd name="textAreaBottom" fmla="*/ 286560 h 285480"/>
                </a:gdLst>
                <a:ahLst/>
                <a:rect l="textAreaLeft" t="textAreaTop" r="textAreaRight" b="textAreaBottom"/>
                <a:pathLst>
                  <a:path w="4237" h="6182">
                    <a:moveTo>
                      <a:pt x="1892" y="1"/>
                    </a:moveTo>
                    <a:cubicBezTo>
                      <a:pt x="1807" y="1"/>
                      <a:pt x="1721" y="6"/>
                      <a:pt x="1635" y="18"/>
                    </a:cubicBezTo>
                    <a:cubicBezTo>
                      <a:pt x="668" y="185"/>
                      <a:pt x="0" y="1086"/>
                      <a:pt x="167" y="2053"/>
                    </a:cubicBezTo>
                    <a:lnTo>
                      <a:pt x="567" y="4722"/>
                    </a:lnTo>
                    <a:cubicBezTo>
                      <a:pt x="717" y="5559"/>
                      <a:pt x="1456" y="6182"/>
                      <a:pt x="2304" y="6182"/>
                    </a:cubicBezTo>
                    <a:cubicBezTo>
                      <a:pt x="2402" y="6182"/>
                      <a:pt x="2502" y="6173"/>
                      <a:pt x="2602" y="6156"/>
                    </a:cubicBezTo>
                    <a:cubicBezTo>
                      <a:pt x="3570" y="6023"/>
                      <a:pt x="4237" y="5122"/>
                      <a:pt x="4070" y="4155"/>
                    </a:cubicBezTo>
                    <a:lnTo>
                      <a:pt x="3670" y="1486"/>
                    </a:lnTo>
                    <a:cubicBezTo>
                      <a:pt x="3518" y="605"/>
                      <a:pt x="2757" y="1"/>
                      <a:pt x="1892" y="1"/>
                    </a:cubicBezTo>
                    <a:close/>
                  </a:path>
                </a:pathLst>
              </a:custGeom>
              <a:solidFill>
                <a:srgbClr val="de4c36">
                  <a:alpha val="51000"/>
                </a:srgbClr>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456" name="CustomShape 21"/>
              <p:cNvSpPr/>
              <p:nvPr/>
            </p:nvSpPr>
            <p:spPr>
              <a:xfrm>
                <a:off x="7017120" y="767520"/>
                <a:ext cx="388080" cy="238320"/>
              </a:xfrm>
              <a:custGeom>
                <a:avLst/>
                <a:gdLst>
                  <a:gd name="textAreaLeft" fmla="*/ 0 w 388080"/>
                  <a:gd name="textAreaRight" fmla="*/ 389160 w 388080"/>
                  <a:gd name="textAreaTop" fmla="*/ 0 h 238320"/>
                  <a:gd name="textAreaBottom" fmla="*/ 239400 h 238320"/>
                </a:gdLst>
                <a:ahLst/>
                <a:rect l="textAreaLeft" t="textAreaTop" r="textAreaRight" b="textAreaBottom"/>
                <a:pathLst>
                  <a:path w="8374" h="5171">
                    <a:moveTo>
                      <a:pt x="0" y="0"/>
                    </a:moveTo>
                    <a:lnTo>
                      <a:pt x="834" y="5171"/>
                    </a:lnTo>
                    <a:lnTo>
                      <a:pt x="7606" y="4070"/>
                    </a:lnTo>
                    <a:cubicBezTo>
                      <a:pt x="8073" y="4003"/>
                      <a:pt x="8373" y="3569"/>
                      <a:pt x="8306" y="3136"/>
                    </a:cubicBezTo>
                    <a:lnTo>
                      <a:pt x="8006" y="1134"/>
                    </a:lnTo>
                    <a:cubicBezTo>
                      <a:pt x="7939" y="734"/>
                      <a:pt x="7606" y="467"/>
                      <a:pt x="7206" y="434"/>
                    </a:cubicBezTo>
                    <a:lnTo>
                      <a:pt x="0" y="0"/>
                    </a:lnTo>
                    <a:close/>
                  </a:path>
                </a:pathLst>
              </a:custGeom>
              <a:solidFill>
                <a:srgbClr val="de4c36"/>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457" name="CustomShape 22"/>
              <p:cNvSpPr/>
              <p:nvPr/>
            </p:nvSpPr>
            <p:spPr>
              <a:xfrm>
                <a:off x="7788240" y="585000"/>
                <a:ext cx="68760" cy="58320"/>
              </a:xfrm>
              <a:custGeom>
                <a:avLst/>
                <a:gdLst>
                  <a:gd name="textAreaLeft" fmla="*/ 0 w 68760"/>
                  <a:gd name="textAreaRight" fmla="*/ 69840 w 68760"/>
                  <a:gd name="textAreaTop" fmla="*/ 0 h 58320"/>
                  <a:gd name="textAreaBottom" fmla="*/ 59400 h 58320"/>
                </a:gdLst>
                <a:ahLst/>
                <a:rect l="textAreaLeft" t="textAreaTop" r="textAreaRight" b="textAreaBottom"/>
                <a:pathLst>
                  <a:path w="1545" h="1315">
                    <a:moveTo>
                      <a:pt x="719" y="1"/>
                    </a:moveTo>
                    <a:cubicBezTo>
                      <a:pt x="681" y="1"/>
                      <a:pt x="641" y="4"/>
                      <a:pt x="601" y="11"/>
                    </a:cubicBezTo>
                    <a:cubicBezTo>
                      <a:pt x="234" y="45"/>
                      <a:pt x="0" y="378"/>
                      <a:pt x="67" y="745"/>
                    </a:cubicBezTo>
                    <a:cubicBezTo>
                      <a:pt x="107" y="1110"/>
                      <a:pt x="406" y="1315"/>
                      <a:pt x="709" y="1315"/>
                    </a:cubicBezTo>
                    <a:cubicBezTo>
                      <a:pt x="906" y="1315"/>
                      <a:pt x="1103" y="1229"/>
                      <a:pt x="1234" y="1045"/>
                    </a:cubicBezTo>
                    <a:cubicBezTo>
                      <a:pt x="1544" y="581"/>
                      <a:pt x="1221" y="1"/>
                      <a:pt x="719" y="1"/>
                    </a:cubicBezTo>
                    <a:close/>
                  </a:path>
                </a:pathLst>
              </a:custGeom>
              <a:solidFill>
                <a:srgbClr val="de4c36">
                  <a:alpha val="51000"/>
                </a:srgbClr>
              </a:solidFill>
              <a:ln w="0">
                <a:noFill/>
              </a:ln>
            </p:spPr>
            <p:style>
              <a:lnRef idx="0"/>
              <a:fillRef idx="0"/>
              <a:effectRef idx="0"/>
              <a:fontRef idx="minor"/>
            </p:style>
            <p:txBody>
              <a:bodyPr lIns="90000" rIns="90000" tIns="14400" bIns="14400" anchor="t">
                <a:noAutofit/>
              </a:bodyPr>
              <a:p>
                <a:pPr>
                  <a:lnSpc>
                    <a:spcPct val="100000"/>
                  </a:lnSpc>
                </a:pPr>
                <a:endParaRPr b="0" lang="en-US" sz="1800" spc="-1" strike="noStrike">
                  <a:solidFill>
                    <a:srgbClr val="ffffff"/>
                  </a:solidFill>
                  <a:latin typeface="Arial"/>
                  <a:ea typeface="DejaVu Sans"/>
                </a:endParaRPr>
              </a:p>
            </p:txBody>
          </p:sp>
          <p:sp>
            <p:nvSpPr>
              <p:cNvPr id="458" name="CustomShape 23"/>
              <p:cNvSpPr/>
              <p:nvPr/>
            </p:nvSpPr>
            <p:spPr>
              <a:xfrm>
                <a:off x="7873920" y="540000"/>
                <a:ext cx="292680" cy="82800"/>
              </a:xfrm>
              <a:custGeom>
                <a:avLst/>
                <a:gdLst>
                  <a:gd name="textAreaLeft" fmla="*/ 0 w 292680"/>
                  <a:gd name="textAreaRight" fmla="*/ 293760 w 292680"/>
                  <a:gd name="textAreaTop" fmla="*/ 0 h 82800"/>
                  <a:gd name="textAreaBottom" fmla="*/ 83880 h 82800"/>
                </a:gdLst>
                <a:ahLst/>
                <a:rect l="textAreaLeft" t="textAreaTop" r="textAreaRight" b="textAreaBottom"/>
                <a:pathLst>
                  <a:path w="6339" h="1844">
                    <a:moveTo>
                      <a:pt x="5805" y="1"/>
                    </a:moveTo>
                    <a:cubicBezTo>
                      <a:pt x="5783" y="1"/>
                      <a:pt x="5761" y="2"/>
                      <a:pt x="5738" y="5"/>
                    </a:cubicBezTo>
                    <a:lnTo>
                      <a:pt x="468" y="839"/>
                    </a:lnTo>
                    <a:cubicBezTo>
                      <a:pt x="168" y="906"/>
                      <a:pt x="1" y="1139"/>
                      <a:pt x="34" y="1439"/>
                    </a:cubicBezTo>
                    <a:cubicBezTo>
                      <a:pt x="95" y="1683"/>
                      <a:pt x="296" y="1844"/>
                      <a:pt x="534" y="1844"/>
                    </a:cubicBezTo>
                    <a:cubicBezTo>
                      <a:pt x="556" y="1844"/>
                      <a:pt x="579" y="1842"/>
                      <a:pt x="601" y="1840"/>
                    </a:cubicBezTo>
                    <a:lnTo>
                      <a:pt x="5872" y="1006"/>
                    </a:lnTo>
                    <a:cubicBezTo>
                      <a:pt x="6139" y="972"/>
                      <a:pt x="6339" y="705"/>
                      <a:pt x="6305" y="439"/>
                    </a:cubicBezTo>
                    <a:cubicBezTo>
                      <a:pt x="6244" y="164"/>
                      <a:pt x="6043" y="1"/>
                      <a:pt x="5805" y="1"/>
                    </a:cubicBezTo>
                    <a:close/>
                  </a:path>
                </a:pathLst>
              </a:custGeom>
              <a:solidFill>
                <a:srgbClr val="de4c36">
                  <a:alpha val="51000"/>
                </a:srgbClr>
              </a:solidFill>
              <a:ln w="0">
                <a:noFill/>
              </a:ln>
            </p:spPr>
            <p:style>
              <a:lnRef idx="0"/>
              <a:fillRef idx="0"/>
              <a:effectRef idx="0"/>
              <a:fontRef idx="minor"/>
            </p:style>
            <p:txBody>
              <a:bodyPr lIns="90000" rIns="90000" tIns="38880" bIns="38880" anchor="t">
                <a:noAutofit/>
              </a:bodyPr>
              <a:p>
                <a:pPr>
                  <a:lnSpc>
                    <a:spcPct val="100000"/>
                  </a:lnSpc>
                </a:pPr>
                <a:endParaRPr b="0" lang="en-US" sz="1800" spc="-1" strike="noStrike">
                  <a:solidFill>
                    <a:srgbClr val="ffffff"/>
                  </a:solidFill>
                  <a:latin typeface="Arial"/>
                  <a:ea typeface="DejaVu Sans"/>
                </a:endParaRPr>
              </a:p>
            </p:txBody>
          </p:sp>
          <p:sp>
            <p:nvSpPr>
              <p:cNvPr id="459" name="CustomShape 24"/>
              <p:cNvSpPr/>
              <p:nvPr/>
            </p:nvSpPr>
            <p:spPr>
              <a:xfrm>
                <a:off x="7471800" y="605160"/>
                <a:ext cx="292680" cy="83160"/>
              </a:xfrm>
              <a:custGeom>
                <a:avLst/>
                <a:gdLst>
                  <a:gd name="textAreaLeft" fmla="*/ 0 w 292680"/>
                  <a:gd name="textAreaRight" fmla="*/ 293760 w 292680"/>
                  <a:gd name="textAreaTop" fmla="*/ 0 h 83160"/>
                  <a:gd name="textAreaBottom" fmla="*/ 84240 h 83160"/>
                </a:gdLst>
                <a:ahLst/>
                <a:rect l="textAreaLeft" t="textAreaTop" r="textAreaRight" b="textAreaBottom"/>
                <a:pathLst>
                  <a:path w="6339" h="1852">
                    <a:moveTo>
                      <a:pt x="5843" y="0"/>
                    </a:moveTo>
                    <a:cubicBezTo>
                      <a:pt x="5808" y="0"/>
                      <a:pt x="5773" y="4"/>
                      <a:pt x="5738" y="13"/>
                    </a:cubicBezTo>
                    <a:lnTo>
                      <a:pt x="468" y="847"/>
                    </a:lnTo>
                    <a:cubicBezTo>
                      <a:pt x="201" y="880"/>
                      <a:pt x="1" y="1147"/>
                      <a:pt x="34" y="1414"/>
                    </a:cubicBezTo>
                    <a:cubicBezTo>
                      <a:pt x="96" y="1661"/>
                      <a:pt x="301" y="1851"/>
                      <a:pt x="570" y="1851"/>
                    </a:cubicBezTo>
                    <a:cubicBezTo>
                      <a:pt x="591" y="1851"/>
                      <a:pt x="613" y="1850"/>
                      <a:pt x="635" y="1848"/>
                    </a:cubicBezTo>
                    <a:lnTo>
                      <a:pt x="5872" y="1014"/>
                    </a:lnTo>
                    <a:cubicBezTo>
                      <a:pt x="6172" y="947"/>
                      <a:pt x="6339" y="680"/>
                      <a:pt x="6305" y="413"/>
                    </a:cubicBezTo>
                    <a:cubicBezTo>
                      <a:pt x="6276" y="182"/>
                      <a:pt x="6071" y="0"/>
                      <a:pt x="5843" y="0"/>
                    </a:cubicBezTo>
                    <a:close/>
                  </a:path>
                </a:pathLst>
              </a:custGeom>
              <a:solidFill>
                <a:srgbClr val="de4c36">
                  <a:alpha val="51000"/>
                </a:srgbClr>
              </a:solidFill>
              <a:ln w="0">
                <a:noFill/>
              </a:ln>
            </p:spPr>
            <p:style>
              <a:lnRef idx="0"/>
              <a:fillRef idx="0"/>
              <a:effectRef idx="0"/>
              <a:fontRef idx="minor"/>
            </p:style>
            <p:txBody>
              <a:bodyPr lIns="90000" rIns="90000" tIns="39240" bIns="39240" anchor="t">
                <a:noAutofit/>
              </a:bodyPr>
              <a:p>
                <a:pPr>
                  <a:lnSpc>
                    <a:spcPct val="100000"/>
                  </a:lnSpc>
                </a:pPr>
                <a:endParaRPr b="0" lang="en-US" sz="1800" spc="-1" strike="noStrike">
                  <a:solidFill>
                    <a:srgbClr val="ffffff"/>
                  </a:solidFill>
                  <a:latin typeface="Arial"/>
                  <a:ea typeface="DejaVu Sans"/>
                </a:endParaRPr>
              </a:p>
            </p:txBody>
          </p:sp>
          <p:sp>
            <p:nvSpPr>
              <p:cNvPr id="460" name="CustomShape 25"/>
              <p:cNvSpPr/>
              <p:nvPr/>
            </p:nvSpPr>
            <p:spPr>
              <a:xfrm>
                <a:off x="5941800" y="990360"/>
                <a:ext cx="428400" cy="169560"/>
              </a:xfrm>
              <a:custGeom>
                <a:avLst/>
                <a:gdLst>
                  <a:gd name="textAreaLeft" fmla="*/ 0 w 428400"/>
                  <a:gd name="textAreaRight" fmla="*/ 429480 w 428400"/>
                  <a:gd name="textAreaTop" fmla="*/ 0 h 169560"/>
                  <a:gd name="textAreaBottom" fmla="*/ 170640 h 169560"/>
                </a:gdLst>
                <a:ahLst/>
                <a:rect l="textAreaLeft" t="textAreaTop" r="textAreaRight" b="textAreaBottom"/>
                <a:pathLst>
                  <a:path w="10608" h="3703">
                    <a:moveTo>
                      <a:pt x="10374" y="0"/>
                    </a:moveTo>
                    <a:lnTo>
                      <a:pt x="0" y="2302"/>
                    </a:lnTo>
                    <a:lnTo>
                      <a:pt x="234" y="3703"/>
                    </a:lnTo>
                    <a:lnTo>
                      <a:pt x="10608" y="1568"/>
                    </a:lnTo>
                    <a:lnTo>
                      <a:pt x="10374" y="0"/>
                    </a:lnTo>
                    <a:close/>
                  </a:path>
                </a:pathLst>
              </a:custGeom>
              <a:solidFill>
                <a:schemeClr val="dk1"/>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461" name="CustomShape 26"/>
              <p:cNvSpPr/>
              <p:nvPr/>
            </p:nvSpPr>
            <p:spPr>
              <a:xfrm>
                <a:off x="5783040" y="986040"/>
                <a:ext cx="192960" cy="286920"/>
              </a:xfrm>
              <a:custGeom>
                <a:avLst/>
                <a:gdLst>
                  <a:gd name="textAreaLeft" fmla="*/ 0 w 192960"/>
                  <a:gd name="textAreaRight" fmla="*/ 194040 w 192960"/>
                  <a:gd name="textAreaTop" fmla="*/ 0 h 286920"/>
                  <a:gd name="textAreaBottom" fmla="*/ 288000 h 286920"/>
                </a:gdLst>
                <a:ahLst/>
                <a:rect l="textAreaLeft" t="textAreaTop" r="textAreaRight" b="textAreaBottom"/>
                <a:pathLst>
                  <a:path w="4204" h="6215">
                    <a:moveTo>
                      <a:pt x="1899" y="1"/>
                    </a:moveTo>
                    <a:cubicBezTo>
                      <a:pt x="1801" y="1"/>
                      <a:pt x="1702" y="9"/>
                      <a:pt x="1602" y="27"/>
                    </a:cubicBezTo>
                    <a:cubicBezTo>
                      <a:pt x="634" y="193"/>
                      <a:pt x="1" y="1094"/>
                      <a:pt x="134" y="2061"/>
                    </a:cubicBezTo>
                    <a:lnTo>
                      <a:pt x="568" y="4697"/>
                    </a:lnTo>
                    <a:cubicBezTo>
                      <a:pt x="690" y="5581"/>
                      <a:pt x="1481" y="6215"/>
                      <a:pt x="2355" y="6215"/>
                    </a:cubicBezTo>
                    <a:cubicBezTo>
                      <a:pt x="2437" y="6215"/>
                      <a:pt x="2520" y="6209"/>
                      <a:pt x="2602" y="6198"/>
                    </a:cubicBezTo>
                    <a:cubicBezTo>
                      <a:pt x="3536" y="6031"/>
                      <a:pt x="4204" y="5130"/>
                      <a:pt x="4070" y="4163"/>
                    </a:cubicBezTo>
                    <a:lnTo>
                      <a:pt x="3637" y="1494"/>
                    </a:lnTo>
                    <a:cubicBezTo>
                      <a:pt x="3487" y="627"/>
                      <a:pt x="2748" y="1"/>
                      <a:pt x="1899" y="1"/>
                    </a:cubicBezTo>
                    <a:close/>
                  </a:path>
                </a:pathLst>
              </a:custGeom>
              <a:solidFill>
                <a:srgbClr val="de4c36">
                  <a:alpha val="51000"/>
                </a:srgbClr>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462" name="CustomShape 27"/>
              <p:cNvSpPr/>
              <p:nvPr/>
            </p:nvSpPr>
            <p:spPr>
              <a:xfrm>
                <a:off x="6320520" y="823680"/>
                <a:ext cx="375480" cy="290160"/>
              </a:xfrm>
              <a:custGeom>
                <a:avLst/>
                <a:gdLst>
                  <a:gd name="textAreaLeft" fmla="*/ 0 w 375480"/>
                  <a:gd name="textAreaRight" fmla="*/ 376560 w 375480"/>
                  <a:gd name="textAreaTop" fmla="*/ 0 h 290160"/>
                  <a:gd name="textAreaBottom" fmla="*/ 291240 h 290160"/>
                </a:gdLst>
                <a:ahLst/>
                <a:rect l="textAreaLeft" t="textAreaTop" r="textAreaRight" b="textAreaBottom"/>
                <a:pathLst>
                  <a:path w="8107" h="6280">
                    <a:moveTo>
                      <a:pt x="7273" y="0"/>
                    </a:moveTo>
                    <a:lnTo>
                      <a:pt x="568" y="2669"/>
                    </a:lnTo>
                    <a:cubicBezTo>
                      <a:pt x="201" y="2802"/>
                      <a:pt x="1" y="3202"/>
                      <a:pt x="68" y="3569"/>
                    </a:cubicBezTo>
                    <a:lnTo>
                      <a:pt x="368" y="5571"/>
                    </a:lnTo>
                    <a:cubicBezTo>
                      <a:pt x="429" y="5967"/>
                      <a:pt x="796" y="6280"/>
                      <a:pt x="1215" y="6280"/>
                    </a:cubicBezTo>
                    <a:cubicBezTo>
                      <a:pt x="1255" y="6280"/>
                      <a:pt x="1295" y="6277"/>
                      <a:pt x="1335" y="6271"/>
                    </a:cubicBezTo>
                    <a:lnTo>
                      <a:pt x="8107" y="5170"/>
                    </a:lnTo>
                    <a:lnTo>
                      <a:pt x="7273" y="0"/>
                    </a:lnTo>
                    <a:close/>
                  </a:path>
                </a:pathLst>
              </a:custGeom>
              <a:solidFill>
                <a:srgbClr val="de4c36"/>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463" name="CustomShape 28"/>
              <p:cNvSpPr/>
              <p:nvPr/>
            </p:nvSpPr>
            <p:spPr>
              <a:xfrm>
                <a:off x="5809320" y="898200"/>
                <a:ext cx="70560" cy="58680"/>
              </a:xfrm>
              <a:custGeom>
                <a:avLst/>
                <a:gdLst>
                  <a:gd name="textAreaLeft" fmla="*/ 0 w 70560"/>
                  <a:gd name="textAreaRight" fmla="*/ 71640 w 70560"/>
                  <a:gd name="textAreaTop" fmla="*/ 0 h 58680"/>
                  <a:gd name="textAreaBottom" fmla="*/ 59760 h 58680"/>
                </a:gdLst>
                <a:ahLst/>
                <a:rect l="textAreaLeft" t="textAreaTop" r="textAreaRight" b="textAreaBottom"/>
                <a:pathLst>
                  <a:path w="1577" h="1327">
                    <a:moveTo>
                      <a:pt x="837" y="1"/>
                    </a:moveTo>
                    <a:cubicBezTo>
                      <a:pt x="814" y="1"/>
                      <a:pt x="791" y="2"/>
                      <a:pt x="768" y="4"/>
                    </a:cubicBezTo>
                    <a:cubicBezTo>
                      <a:pt x="167" y="104"/>
                      <a:pt x="1" y="838"/>
                      <a:pt x="468" y="1205"/>
                    </a:cubicBezTo>
                    <a:cubicBezTo>
                      <a:pt x="585" y="1289"/>
                      <a:pt x="715" y="1326"/>
                      <a:pt x="843" y="1326"/>
                    </a:cubicBezTo>
                    <a:cubicBezTo>
                      <a:pt x="1222" y="1326"/>
                      <a:pt x="1577" y="996"/>
                      <a:pt x="1502" y="571"/>
                    </a:cubicBezTo>
                    <a:cubicBezTo>
                      <a:pt x="1439" y="228"/>
                      <a:pt x="1172" y="1"/>
                      <a:pt x="837" y="1"/>
                    </a:cubicBezTo>
                    <a:close/>
                  </a:path>
                </a:pathLst>
              </a:custGeom>
              <a:solidFill>
                <a:srgbClr val="de4c36">
                  <a:alpha val="51000"/>
                </a:srgbClr>
              </a:solidFill>
              <a:ln w="0">
                <a:noFill/>
              </a:ln>
            </p:spPr>
            <p:style>
              <a:lnRef idx="0"/>
              <a:fillRef idx="0"/>
              <a:effectRef idx="0"/>
              <a:fontRef idx="minor"/>
            </p:style>
            <p:txBody>
              <a:bodyPr lIns="90000" rIns="90000" tIns="14760" bIns="14760" anchor="t">
                <a:noAutofit/>
              </a:bodyPr>
              <a:p>
                <a:pPr>
                  <a:lnSpc>
                    <a:spcPct val="100000"/>
                  </a:lnSpc>
                </a:pPr>
                <a:endParaRPr b="0" lang="en-US" sz="1800" spc="-1" strike="noStrike">
                  <a:solidFill>
                    <a:srgbClr val="ffffff"/>
                  </a:solidFill>
                  <a:latin typeface="Arial"/>
                  <a:ea typeface="DejaVu Sans"/>
                </a:endParaRPr>
              </a:p>
            </p:txBody>
          </p:sp>
          <p:sp>
            <p:nvSpPr>
              <p:cNvPr id="464" name="CustomShape 29"/>
              <p:cNvSpPr/>
              <p:nvPr/>
            </p:nvSpPr>
            <p:spPr>
              <a:xfrm>
                <a:off x="5500800" y="918720"/>
                <a:ext cx="292680" cy="82800"/>
              </a:xfrm>
              <a:custGeom>
                <a:avLst/>
                <a:gdLst>
                  <a:gd name="textAreaLeft" fmla="*/ 0 w 292680"/>
                  <a:gd name="textAreaRight" fmla="*/ 293760 w 292680"/>
                  <a:gd name="textAreaTop" fmla="*/ 0 h 82800"/>
                  <a:gd name="textAreaBottom" fmla="*/ 83880 h 82800"/>
                </a:gdLst>
                <a:ahLst/>
                <a:rect l="textAreaLeft" t="textAreaTop" r="textAreaRight" b="textAreaBottom"/>
                <a:pathLst>
                  <a:path w="6339" h="1844">
                    <a:moveTo>
                      <a:pt x="5773" y="1"/>
                    </a:moveTo>
                    <a:cubicBezTo>
                      <a:pt x="5750" y="1"/>
                      <a:pt x="5728" y="2"/>
                      <a:pt x="5705" y="5"/>
                    </a:cubicBezTo>
                    <a:lnTo>
                      <a:pt x="435" y="839"/>
                    </a:lnTo>
                    <a:cubicBezTo>
                      <a:pt x="168" y="872"/>
                      <a:pt x="1" y="1139"/>
                      <a:pt x="34" y="1406"/>
                    </a:cubicBezTo>
                    <a:cubicBezTo>
                      <a:pt x="65" y="1653"/>
                      <a:pt x="297" y="1843"/>
                      <a:pt x="543" y="1843"/>
                    </a:cubicBezTo>
                    <a:cubicBezTo>
                      <a:pt x="562" y="1843"/>
                      <a:pt x="582" y="1842"/>
                      <a:pt x="601" y="1839"/>
                    </a:cubicBezTo>
                    <a:lnTo>
                      <a:pt x="5872" y="1006"/>
                    </a:lnTo>
                    <a:cubicBezTo>
                      <a:pt x="6139" y="939"/>
                      <a:pt x="6339" y="705"/>
                      <a:pt x="6272" y="405"/>
                    </a:cubicBezTo>
                    <a:cubicBezTo>
                      <a:pt x="6242" y="161"/>
                      <a:pt x="6016" y="1"/>
                      <a:pt x="5773" y="1"/>
                    </a:cubicBezTo>
                    <a:close/>
                  </a:path>
                </a:pathLst>
              </a:custGeom>
              <a:solidFill>
                <a:srgbClr val="de4c36">
                  <a:alpha val="51000"/>
                </a:srgbClr>
              </a:solidFill>
              <a:ln w="0">
                <a:noFill/>
              </a:ln>
            </p:spPr>
            <p:style>
              <a:lnRef idx="0"/>
              <a:fillRef idx="0"/>
              <a:effectRef idx="0"/>
              <a:fontRef idx="minor"/>
            </p:style>
            <p:txBody>
              <a:bodyPr lIns="90000" rIns="90000" tIns="38880" bIns="38880" anchor="t">
                <a:noAutofit/>
              </a:bodyPr>
              <a:p>
                <a:pPr>
                  <a:lnSpc>
                    <a:spcPct val="100000"/>
                  </a:lnSpc>
                </a:pPr>
                <a:endParaRPr b="0" lang="en-US" sz="1800" spc="-1" strike="noStrike">
                  <a:solidFill>
                    <a:srgbClr val="ffffff"/>
                  </a:solidFill>
                  <a:latin typeface="Arial"/>
                  <a:ea typeface="DejaVu Sans"/>
                </a:endParaRPr>
              </a:p>
            </p:txBody>
          </p:sp>
          <p:sp>
            <p:nvSpPr>
              <p:cNvPr id="465" name="CustomShape 30"/>
              <p:cNvSpPr/>
              <p:nvPr/>
            </p:nvSpPr>
            <p:spPr>
              <a:xfrm>
                <a:off x="5901480" y="854280"/>
                <a:ext cx="292680" cy="83160"/>
              </a:xfrm>
              <a:custGeom>
                <a:avLst/>
                <a:gdLst>
                  <a:gd name="textAreaLeft" fmla="*/ 0 w 292680"/>
                  <a:gd name="textAreaRight" fmla="*/ 293760 w 292680"/>
                  <a:gd name="textAreaTop" fmla="*/ 0 h 83160"/>
                  <a:gd name="textAreaBottom" fmla="*/ 84240 h 83160"/>
                </a:gdLst>
                <a:ahLst/>
                <a:rect l="textAreaLeft" t="textAreaTop" r="textAreaRight" b="textAreaBottom"/>
                <a:pathLst>
                  <a:path w="6339" h="1852">
                    <a:moveTo>
                      <a:pt x="5843" y="0"/>
                    </a:moveTo>
                    <a:cubicBezTo>
                      <a:pt x="5808" y="0"/>
                      <a:pt x="5773" y="4"/>
                      <a:pt x="5738" y="13"/>
                    </a:cubicBezTo>
                    <a:lnTo>
                      <a:pt x="468" y="847"/>
                    </a:lnTo>
                    <a:cubicBezTo>
                      <a:pt x="201" y="880"/>
                      <a:pt x="1" y="1147"/>
                      <a:pt x="34" y="1414"/>
                    </a:cubicBezTo>
                    <a:cubicBezTo>
                      <a:pt x="96" y="1661"/>
                      <a:pt x="301" y="1851"/>
                      <a:pt x="570" y="1851"/>
                    </a:cubicBezTo>
                    <a:cubicBezTo>
                      <a:pt x="591" y="1851"/>
                      <a:pt x="613" y="1850"/>
                      <a:pt x="635" y="1848"/>
                    </a:cubicBezTo>
                    <a:lnTo>
                      <a:pt x="5905" y="1014"/>
                    </a:lnTo>
                    <a:cubicBezTo>
                      <a:pt x="6172" y="947"/>
                      <a:pt x="6339" y="680"/>
                      <a:pt x="6305" y="413"/>
                    </a:cubicBezTo>
                    <a:cubicBezTo>
                      <a:pt x="6276" y="182"/>
                      <a:pt x="6071" y="0"/>
                      <a:pt x="5843" y="0"/>
                    </a:cubicBezTo>
                    <a:close/>
                  </a:path>
                </a:pathLst>
              </a:custGeom>
              <a:solidFill>
                <a:srgbClr val="de4c36">
                  <a:alpha val="51000"/>
                </a:srgbClr>
              </a:solidFill>
              <a:ln w="0">
                <a:noFill/>
              </a:ln>
            </p:spPr>
            <p:style>
              <a:lnRef idx="0"/>
              <a:fillRef idx="0"/>
              <a:effectRef idx="0"/>
              <a:fontRef idx="minor"/>
            </p:style>
            <p:txBody>
              <a:bodyPr lIns="90000" rIns="90000" tIns="39240" bIns="39240" anchor="t">
                <a:noAutofit/>
              </a:bodyPr>
              <a:p>
                <a:pPr>
                  <a:lnSpc>
                    <a:spcPct val="100000"/>
                  </a:lnSpc>
                </a:pPr>
                <a:endParaRPr b="0" lang="en-US" sz="1800" spc="-1" strike="noStrike">
                  <a:solidFill>
                    <a:srgbClr val="ffffff"/>
                  </a:solidFill>
                  <a:latin typeface="Arial"/>
                  <a:ea typeface="DejaVu Sans"/>
                </a:endParaRPr>
              </a:p>
            </p:txBody>
          </p:sp>
          <p:sp>
            <p:nvSpPr>
              <p:cNvPr id="466" name="CustomShape 31"/>
              <p:cNvSpPr/>
              <p:nvPr/>
            </p:nvSpPr>
            <p:spPr>
              <a:xfrm>
                <a:off x="6899400" y="1290240"/>
                <a:ext cx="1113120" cy="348120"/>
              </a:xfrm>
              <a:custGeom>
                <a:avLst/>
                <a:gdLst>
                  <a:gd name="textAreaLeft" fmla="*/ 0 w 1113120"/>
                  <a:gd name="textAreaRight" fmla="*/ 1114200 w 1113120"/>
                  <a:gd name="textAreaTop" fmla="*/ 0 h 348120"/>
                  <a:gd name="textAreaBottom" fmla="*/ 349200 h 348120"/>
                </a:gdLst>
                <a:ahLst/>
                <a:rect l="textAreaLeft" t="textAreaTop" r="textAreaRight" b="textAreaBottom"/>
                <a:pathLst>
                  <a:path w="23902" h="7526">
                    <a:moveTo>
                      <a:pt x="735" y="1"/>
                    </a:moveTo>
                    <a:cubicBezTo>
                      <a:pt x="181" y="1"/>
                      <a:pt x="1" y="839"/>
                      <a:pt x="585" y="1054"/>
                    </a:cubicBezTo>
                    <a:lnTo>
                      <a:pt x="23168" y="7526"/>
                    </a:lnTo>
                    <a:lnTo>
                      <a:pt x="23301" y="7526"/>
                    </a:lnTo>
                    <a:cubicBezTo>
                      <a:pt x="23534" y="7526"/>
                      <a:pt x="23735" y="7359"/>
                      <a:pt x="23801" y="7125"/>
                    </a:cubicBezTo>
                    <a:cubicBezTo>
                      <a:pt x="23901" y="6858"/>
                      <a:pt x="23735" y="6558"/>
                      <a:pt x="23434" y="6458"/>
                    </a:cubicBezTo>
                    <a:lnTo>
                      <a:pt x="885" y="20"/>
                    </a:lnTo>
                    <a:cubicBezTo>
                      <a:pt x="833" y="7"/>
                      <a:pt x="783" y="1"/>
                      <a:pt x="735" y="1"/>
                    </a:cubicBezTo>
                    <a:close/>
                  </a:path>
                </a:pathLst>
              </a:custGeom>
              <a:solidFill>
                <a:schemeClr val="dk1"/>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467" name="CustomShape 32"/>
              <p:cNvSpPr/>
              <p:nvPr/>
            </p:nvSpPr>
            <p:spPr>
              <a:xfrm>
                <a:off x="6893640" y="1287720"/>
                <a:ext cx="669960" cy="465840"/>
              </a:xfrm>
              <a:custGeom>
                <a:avLst/>
                <a:gdLst>
                  <a:gd name="textAreaLeft" fmla="*/ 0 w 669960"/>
                  <a:gd name="textAreaRight" fmla="*/ 671040 w 669960"/>
                  <a:gd name="textAreaTop" fmla="*/ 0 h 465840"/>
                  <a:gd name="textAreaBottom" fmla="*/ 466920 h 465840"/>
                </a:gdLst>
                <a:ahLst/>
                <a:rect l="textAreaLeft" t="textAreaTop" r="textAreaRight" b="textAreaBottom"/>
                <a:pathLst>
                  <a:path w="14416" h="10045">
                    <a:moveTo>
                      <a:pt x="813" y="1"/>
                    </a:moveTo>
                    <a:cubicBezTo>
                      <a:pt x="331" y="1"/>
                      <a:pt x="0" y="715"/>
                      <a:pt x="539" y="1039"/>
                    </a:cubicBezTo>
                    <a:lnTo>
                      <a:pt x="13381" y="9945"/>
                    </a:lnTo>
                    <a:cubicBezTo>
                      <a:pt x="13448" y="10012"/>
                      <a:pt x="13582" y="10045"/>
                      <a:pt x="13682" y="10045"/>
                    </a:cubicBezTo>
                    <a:cubicBezTo>
                      <a:pt x="14215" y="10045"/>
                      <a:pt x="14416" y="9344"/>
                      <a:pt x="13982" y="9044"/>
                    </a:cubicBezTo>
                    <a:lnTo>
                      <a:pt x="1173" y="138"/>
                    </a:lnTo>
                    <a:cubicBezTo>
                      <a:pt x="1051" y="41"/>
                      <a:pt x="927" y="1"/>
                      <a:pt x="813" y="1"/>
                    </a:cubicBezTo>
                    <a:close/>
                  </a:path>
                </a:pathLst>
              </a:custGeom>
              <a:solidFill>
                <a:schemeClr val="dk1"/>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468" name="CustomShape 33"/>
              <p:cNvSpPr/>
              <p:nvPr/>
            </p:nvSpPr>
            <p:spPr>
              <a:xfrm>
                <a:off x="6152400" y="1288440"/>
                <a:ext cx="813960" cy="900000"/>
              </a:xfrm>
              <a:custGeom>
                <a:avLst/>
                <a:gdLst>
                  <a:gd name="textAreaLeft" fmla="*/ 0 w 813960"/>
                  <a:gd name="textAreaRight" fmla="*/ 815040 w 813960"/>
                  <a:gd name="textAreaTop" fmla="*/ 0 h 900000"/>
                  <a:gd name="textAreaBottom" fmla="*/ 901080 h 900000"/>
                </a:gdLst>
                <a:ahLst/>
                <a:rect l="textAreaLeft" t="textAreaTop" r="textAreaRight" b="textAreaBottom"/>
                <a:pathLst>
                  <a:path w="17496" h="19338">
                    <a:moveTo>
                      <a:pt x="16707" y="0"/>
                    </a:moveTo>
                    <a:cubicBezTo>
                      <a:pt x="16570" y="0"/>
                      <a:pt x="16429" y="57"/>
                      <a:pt x="16312" y="191"/>
                    </a:cubicBezTo>
                    <a:lnTo>
                      <a:pt x="334" y="18437"/>
                    </a:lnTo>
                    <a:cubicBezTo>
                      <a:pt x="0" y="18804"/>
                      <a:pt x="267" y="19338"/>
                      <a:pt x="734" y="19338"/>
                    </a:cubicBezTo>
                    <a:cubicBezTo>
                      <a:pt x="901" y="19338"/>
                      <a:pt x="1068" y="19271"/>
                      <a:pt x="1168" y="19171"/>
                    </a:cubicBezTo>
                    <a:lnTo>
                      <a:pt x="17146" y="924"/>
                    </a:lnTo>
                    <a:cubicBezTo>
                      <a:pt x="17496" y="500"/>
                      <a:pt x="17116" y="0"/>
                      <a:pt x="16707" y="0"/>
                    </a:cubicBezTo>
                    <a:close/>
                  </a:path>
                </a:pathLst>
              </a:custGeom>
              <a:solidFill>
                <a:schemeClr val="dk1"/>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grpSp>
      </p:grpSp>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9" name="CustomShape 1"/>
          <p:cNvSpPr/>
          <p:nvPr/>
        </p:nvSpPr>
        <p:spPr>
          <a:xfrm>
            <a:off x="720000" y="972360"/>
            <a:ext cx="5281560" cy="269280"/>
          </a:xfrm>
          <a:prstGeom prst="roundRect">
            <a:avLst>
              <a:gd name="adj" fmla="val 50000"/>
            </a:avLst>
          </a:prstGeom>
          <a:solidFill>
            <a:srgbClr val="f77967"/>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470" name="CustomShape 2"/>
          <p:cNvSpPr/>
          <p:nvPr/>
        </p:nvSpPr>
        <p:spPr>
          <a:xfrm>
            <a:off x="680040" y="534600"/>
            <a:ext cx="7700760" cy="609480"/>
          </a:xfrm>
          <a:prstGeom prst="rect">
            <a:avLst/>
          </a:prstGeom>
          <a:noFill/>
          <a:ln w="0">
            <a:noFill/>
          </a:ln>
        </p:spPr>
        <p:style>
          <a:lnRef idx="0"/>
          <a:fillRef idx="0"/>
          <a:effectRef idx="0"/>
          <a:fontRef idx="minor"/>
        </p:style>
        <p:txBody>
          <a:bodyPr lIns="90000" rIns="90000" tIns="91440" bIns="91440" anchor="t">
            <a:noAutofit/>
          </a:bodyPr>
          <a:p>
            <a:pPr>
              <a:lnSpc>
                <a:spcPct val="100000"/>
              </a:lnSpc>
            </a:pPr>
            <a:r>
              <a:rPr b="0" lang="en" sz="3200" spc="-1" strike="noStrike">
                <a:solidFill>
                  <a:srgbClr val="263238"/>
                </a:solidFill>
                <a:latin typeface="Poppins Black"/>
                <a:ea typeface="Poppins Black"/>
              </a:rPr>
              <a:t>.htaccess for AUTHENTICATION</a:t>
            </a:r>
            <a:endParaRPr b="0" lang="en-US" sz="3200" spc="-1" strike="noStrike">
              <a:solidFill>
                <a:srgbClr val="000000"/>
              </a:solidFill>
              <a:latin typeface="Arial"/>
            </a:endParaRPr>
          </a:p>
        </p:txBody>
      </p:sp>
      <p:sp>
        <p:nvSpPr>
          <p:cNvPr id="471" name="CustomShape 3"/>
          <p:cNvSpPr/>
          <p:nvPr/>
        </p:nvSpPr>
        <p:spPr>
          <a:xfrm>
            <a:off x="798480" y="1737360"/>
            <a:ext cx="7520400" cy="2924280"/>
          </a:xfrm>
          <a:prstGeom prst="rect">
            <a:avLst/>
          </a:prstGeom>
          <a:noFill/>
          <a:ln w="0">
            <a:noFill/>
          </a:ln>
        </p:spPr>
        <p:style>
          <a:lnRef idx="0"/>
          <a:fillRef idx="0"/>
          <a:effectRef idx="0"/>
          <a:fontRef idx="minor"/>
        </p:style>
        <p:txBody>
          <a:bodyPr lIns="90000" rIns="90000" tIns="91440" bIns="91440" anchor="t">
            <a:spAutoFit/>
          </a:bodyPr>
          <a:p>
            <a:pPr marL="457200" indent="-321840">
              <a:lnSpc>
                <a:spcPct val="150000"/>
              </a:lnSpc>
              <a:buClr>
                <a:srgbClr val="de4c36"/>
              </a:buClr>
              <a:buFont typeface="Poppins"/>
              <a:buChar char="●"/>
            </a:pPr>
            <a:r>
              <a:rPr b="1" lang="en" sz="1500" spc="-1" strike="noStrike">
                <a:solidFill>
                  <a:srgbClr val="263238"/>
                </a:solidFill>
                <a:latin typeface="Poppins"/>
                <a:ea typeface="Poppins"/>
              </a:rPr>
              <a:t>.htaccess content</a:t>
            </a:r>
            <a:endParaRPr b="0" lang="en-US" sz="1500" spc="-1" strike="noStrike">
              <a:solidFill>
                <a:srgbClr val="000000"/>
              </a:solidFill>
              <a:latin typeface="Arial"/>
            </a:endParaRPr>
          </a:p>
          <a:p>
            <a:pPr marL="457200">
              <a:lnSpc>
                <a:spcPct val="150000"/>
              </a:lnSpc>
            </a:pPr>
            <a:r>
              <a:rPr b="0" lang="en" sz="1500" spc="-1" strike="noStrike">
                <a:solidFill>
                  <a:srgbClr val="263238"/>
                </a:solidFill>
                <a:latin typeface="Courier New"/>
                <a:ea typeface="Courier New"/>
              </a:rPr>
              <a:t>AuthType Basic</a:t>
            </a:r>
            <a:endParaRPr b="0" lang="en-US" sz="1500" spc="-1" strike="noStrike">
              <a:solidFill>
                <a:srgbClr val="000000"/>
              </a:solidFill>
              <a:latin typeface="Arial"/>
            </a:endParaRPr>
          </a:p>
          <a:p>
            <a:pPr marL="457200">
              <a:lnSpc>
                <a:spcPct val="150000"/>
              </a:lnSpc>
            </a:pPr>
            <a:r>
              <a:rPr b="0" lang="en" sz="1500" spc="-1" strike="noStrike">
                <a:solidFill>
                  <a:srgbClr val="263238"/>
                </a:solidFill>
                <a:latin typeface="Courier New"/>
                <a:ea typeface="Courier New"/>
              </a:rPr>
              <a:t>AuthName “Restricted web page”</a:t>
            </a:r>
            <a:endParaRPr b="0" lang="en-US" sz="1500" spc="-1" strike="noStrike">
              <a:solidFill>
                <a:srgbClr val="000000"/>
              </a:solidFill>
              <a:latin typeface="Arial"/>
            </a:endParaRPr>
          </a:p>
          <a:p>
            <a:pPr marL="457200">
              <a:lnSpc>
                <a:spcPct val="150000"/>
              </a:lnSpc>
            </a:pPr>
            <a:r>
              <a:rPr b="0" lang="en" sz="1500" spc="-1" strike="noStrike">
                <a:solidFill>
                  <a:srgbClr val="263238"/>
                </a:solidFill>
                <a:latin typeface="Courier New"/>
                <a:ea typeface="Courier New"/>
              </a:rPr>
              <a:t>AuthUserFile “/var/www/html/.htpasswd”</a:t>
            </a:r>
            <a:endParaRPr b="0" lang="en-US" sz="1500" spc="-1" strike="noStrike">
              <a:solidFill>
                <a:srgbClr val="000000"/>
              </a:solidFill>
              <a:latin typeface="Arial"/>
            </a:endParaRPr>
          </a:p>
          <a:p>
            <a:pPr marL="457200">
              <a:lnSpc>
                <a:spcPct val="150000"/>
              </a:lnSpc>
            </a:pPr>
            <a:r>
              <a:rPr b="0" lang="en" sz="1500" spc="-1" strike="noStrike">
                <a:solidFill>
                  <a:srgbClr val="263238"/>
                </a:solidFill>
                <a:latin typeface="Courier New"/>
                <a:ea typeface="Courier New"/>
              </a:rPr>
              <a:t>require valid-user</a:t>
            </a:r>
            <a:endParaRPr b="0" lang="en-US" sz="1500" spc="-1" strike="noStrike">
              <a:solidFill>
                <a:srgbClr val="000000"/>
              </a:solidFill>
              <a:latin typeface="Arial"/>
            </a:endParaRPr>
          </a:p>
          <a:p>
            <a:pPr marL="457200">
              <a:lnSpc>
                <a:spcPct val="150000"/>
              </a:lnSpc>
            </a:pPr>
            <a:endParaRPr b="0" lang="en-US" sz="1500" spc="-1" strike="noStrike">
              <a:solidFill>
                <a:srgbClr val="000000"/>
              </a:solidFill>
              <a:latin typeface="Arial"/>
            </a:endParaRPr>
          </a:p>
          <a:p>
            <a:pPr marL="457200" indent="-321840">
              <a:lnSpc>
                <a:spcPct val="150000"/>
              </a:lnSpc>
              <a:buClr>
                <a:srgbClr val="de4c36"/>
              </a:buClr>
              <a:buFont typeface="Poppins"/>
              <a:buChar char="●"/>
            </a:pPr>
            <a:r>
              <a:rPr b="1" lang="en" sz="1500" spc="-1" strike="noStrike">
                <a:solidFill>
                  <a:srgbClr val="263238"/>
                </a:solidFill>
                <a:latin typeface="Poppins"/>
                <a:ea typeface="Poppins"/>
              </a:rPr>
              <a:t>To create .htpasswd use this command</a:t>
            </a:r>
            <a:endParaRPr b="0" lang="en-US" sz="1500" spc="-1" strike="noStrike">
              <a:solidFill>
                <a:srgbClr val="000000"/>
              </a:solidFill>
              <a:latin typeface="Arial"/>
            </a:endParaRPr>
          </a:p>
          <a:p>
            <a:pPr marL="457200">
              <a:lnSpc>
                <a:spcPct val="150000"/>
              </a:lnSpc>
            </a:pPr>
            <a:r>
              <a:rPr b="0" lang="en" sz="1500" spc="-1" strike="noStrike">
                <a:solidFill>
                  <a:srgbClr val="263238"/>
                </a:solidFill>
                <a:latin typeface="Courier New"/>
                <a:ea typeface="Courier New"/>
              </a:rPr>
              <a:t>htpasswd -c .htpasswd username</a:t>
            </a:r>
            <a:endParaRPr b="0" lang="en-US" sz="15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2" name="CustomShape 1"/>
          <p:cNvSpPr/>
          <p:nvPr/>
        </p:nvSpPr>
        <p:spPr>
          <a:xfrm>
            <a:off x="720000" y="972360"/>
            <a:ext cx="5281560" cy="269280"/>
          </a:xfrm>
          <a:prstGeom prst="roundRect">
            <a:avLst>
              <a:gd name="adj" fmla="val 50000"/>
            </a:avLst>
          </a:prstGeom>
          <a:solidFill>
            <a:srgbClr val="f77967"/>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473" name="CustomShape 2"/>
          <p:cNvSpPr/>
          <p:nvPr/>
        </p:nvSpPr>
        <p:spPr>
          <a:xfrm>
            <a:off x="680040" y="534600"/>
            <a:ext cx="7700760" cy="609480"/>
          </a:xfrm>
          <a:prstGeom prst="rect">
            <a:avLst/>
          </a:prstGeom>
          <a:noFill/>
          <a:ln w="0">
            <a:noFill/>
          </a:ln>
        </p:spPr>
        <p:style>
          <a:lnRef idx="0"/>
          <a:fillRef idx="0"/>
          <a:effectRef idx="0"/>
          <a:fontRef idx="minor"/>
        </p:style>
        <p:txBody>
          <a:bodyPr lIns="90000" rIns="90000" tIns="91440" bIns="91440" anchor="t">
            <a:noAutofit/>
          </a:bodyPr>
          <a:p>
            <a:pPr>
              <a:lnSpc>
                <a:spcPct val="100000"/>
              </a:lnSpc>
            </a:pPr>
            <a:r>
              <a:rPr b="0" lang="en" sz="3200" spc="-1" strike="noStrike">
                <a:solidFill>
                  <a:srgbClr val="263238"/>
                </a:solidFill>
                <a:latin typeface="Poppins Black"/>
                <a:ea typeface="Poppins Black"/>
              </a:rPr>
              <a:t>.htaccess for AUTHENTICATION</a:t>
            </a:r>
            <a:endParaRPr b="0" lang="en-US" sz="3200" spc="-1" strike="noStrike">
              <a:solidFill>
                <a:srgbClr val="000000"/>
              </a:solidFill>
              <a:latin typeface="Arial"/>
            </a:endParaRPr>
          </a:p>
        </p:txBody>
      </p:sp>
      <p:sp>
        <p:nvSpPr>
          <p:cNvPr id="474" name="CustomShape 3"/>
          <p:cNvSpPr/>
          <p:nvPr/>
        </p:nvSpPr>
        <p:spPr>
          <a:xfrm>
            <a:off x="585000" y="1626120"/>
            <a:ext cx="7520400" cy="2925720"/>
          </a:xfrm>
          <a:prstGeom prst="rect">
            <a:avLst/>
          </a:prstGeom>
          <a:noFill/>
          <a:ln w="0">
            <a:noFill/>
          </a:ln>
        </p:spPr>
        <p:style>
          <a:lnRef idx="0"/>
          <a:fillRef idx="0"/>
          <a:effectRef idx="0"/>
          <a:fontRef idx="minor"/>
        </p:style>
        <p:txBody>
          <a:bodyPr lIns="90000" rIns="90000" tIns="91440" bIns="91440" anchor="t">
            <a:spAutoFit/>
          </a:bodyPr>
          <a:p>
            <a:pPr marL="457200" indent="-302760">
              <a:lnSpc>
                <a:spcPct val="150000"/>
              </a:lnSpc>
              <a:buClr>
                <a:srgbClr val="263238"/>
              </a:buClr>
              <a:buFont typeface="Poppins"/>
              <a:buChar char="●"/>
            </a:pPr>
            <a:r>
              <a:rPr b="1" lang="en" sz="1200" spc="-1" strike="noStrike">
                <a:solidFill>
                  <a:srgbClr val="de4c36"/>
                </a:solidFill>
                <a:latin typeface="Poppins"/>
                <a:ea typeface="Poppins"/>
              </a:rPr>
              <a:t>AuthType Basic</a:t>
            </a:r>
            <a:r>
              <a:rPr b="0" lang="en" sz="1200" spc="-1" strike="noStrike">
                <a:solidFill>
                  <a:srgbClr val="263238"/>
                </a:solidFill>
                <a:latin typeface="Poppins"/>
                <a:ea typeface="Poppins"/>
              </a:rPr>
              <a:t> defines the type of authentication.</a:t>
            </a:r>
            <a:endParaRPr b="0" lang="en-US" sz="1200" spc="-1" strike="noStrike">
              <a:solidFill>
                <a:srgbClr val="000000"/>
              </a:solidFill>
              <a:latin typeface="Arial"/>
            </a:endParaRPr>
          </a:p>
          <a:p>
            <a:pPr marL="457200" indent="-302760">
              <a:lnSpc>
                <a:spcPct val="150000"/>
              </a:lnSpc>
              <a:buClr>
                <a:srgbClr val="000000"/>
              </a:buClr>
              <a:buFont typeface="Poppins"/>
              <a:buChar char="●"/>
            </a:pPr>
            <a:r>
              <a:rPr b="1" lang="en" sz="1200" spc="-1" strike="noStrike">
                <a:solidFill>
                  <a:srgbClr val="de4c36"/>
                </a:solidFill>
                <a:latin typeface="Poppins"/>
                <a:ea typeface="Poppins"/>
              </a:rPr>
              <a:t>Basic</a:t>
            </a:r>
            <a:r>
              <a:rPr b="0" lang="en" sz="1200" spc="-1" strike="noStrike">
                <a:solidFill>
                  <a:srgbClr val="263238"/>
                </a:solidFill>
                <a:latin typeface="Poppins"/>
                <a:ea typeface="Poppins"/>
              </a:rPr>
              <a:t> means there is no encryption and the password hash is sent as clear text. This is one of the major reasons why .htaccess cannot be considered for protection of confidential user data.</a:t>
            </a:r>
            <a:endParaRPr b="0" lang="en-US" sz="1200" spc="-1" strike="noStrike">
              <a:solidFill>
                <a:srgbClr val="000000"/>
              </a:solidFill>
              <a:latin typeface="Arial"/>
            </a:endParaRPr>
          </a:p>
          <a:p>
            <a:pPr marL="457200" indent="-302760">
              <a:lnSpc>
                <a:spcPct val="150000"/>
              </a:lnSpc>
              <a:buClr>
                <a:srgbClr val="263238"/>
              </a:buClr>
              <a:buFont typeface="Poppins"/>
              <a:buChar char="●"/>
            </a:pPr>
            <a:r>
              <a:rPr b="1" lang="en" sz="1200" spc="-1" strike="noStrike">
                <a:solidFill>
                  <a:srgbClr val="de4c36"/>
                </a:solidFill>
                <a:latin typeface="Poppins"/>
                <a:ea typeface="Poppins"/>
              </a:rPr>
              <a:t>"Restricted web page"</a:t>
            </a:r>
            <a:r>
              <a:rPr b="0" lang="en" sz="1200" spc="-1" strike="noStrike">
                <a:solidFill>
                  <a:srgbClr val="263238"/>
                </a:solidFill>
                <a:latin typeface="Poppins"/>
                <a:ea typeface="Poppins"/>
              </a:rPr>
              <a:t> is a window title string. When someone tries to access an .htaccess-protected page, a username &amp; password window will pop in the web browser. This window will bear a title - this is the AuthName. It can be anything you like.</a:t>
            </a:r>
            <a:endParaRPr b="0" lang="en-US" sz="1200" spc="-1" strike="noStrike">
              <a:solidFill>
                <a:srgbClr val="000000"/>
              </a:solidFill>
              <a:latin typeface="Arial"/>
            </a:endParaRPr>
          </a:p>
          <a:p>
            <a:pPr marL="457200" indent="-302760">
              <a:lnSpc>
                <a:spcPct val="150000"/>
              </a:lnSpc>
              <a:buClr>
                <a:srgbClr val="263238"/>
              </a:buClr>
              <a:buFont typeface="Poppins"/>
              <a:buChar char="●"/>
            </a:pPr>
            <a:r>
              <a:rPr b="1" lang="en" sz="1200" spc="-1" strike="noStrike">
                <a:solidFill>
                  <a:srgbClr val="de4c36"/>
                </a:solidFill>
                <a:latin typeface="Poppins"/>
                <a:ea typeface="Poppins"/>
              </a:rPr>
              <a:t>AuthUserFile</a:t>
            </a:r>
            <a:r>
              <a:rPr b="0" lang="en" sz="1200" spc="-1" strike="noStrike">
                <a:solidFill>
                  <a:srgbClr val="263238"/>
                </a:solidFill>
                <a:latin typeface="Poppins"/>
                <a:ea typeface="Poppins"/>
              </a:rPr>
              <a:t> /var/www/.htpasswd defines the path to a file where user credentials are stored. This file does not exist, but we will create it soon.</a:t>
            </a:r>
            <a:endParaRPr b="0" lang="en-US" sz="1200" spc="-1" strike="noStrike">
              <a:solidFill>
                <a:srgbClr val="000000"/>
              </a:solidFill>
              <a:latin typeface="Arial"/>
            </a:endParaRPr>
          </a:p>
          <a:p>
            <a:pPr marL="457200" indent="-302760">
              <a:lnSpc>
                <a:spcPct val="150000"/>
              </a:lnSpc>
              <a:buClr>
                <a:srgbClr val="263238"/>
              </a:buClr>
              <a:buFont typeface="Poppins"/>
              <a:buChar char="●"/>
            </a:pPr>
            <a:r>
              <a:rPr b="1" lang="en" sz="1200" spc="-1" strike="noStrike">
                <a:solidFill>
                  <a:srgbClr val="de4c36"/>
                </a:solidFill>
                <a:latin typeface="Poppins"/>
                <a:ea typeface="Poppins"/>
              </a:rPr>
              <a:t>require valid-user</a:t>
            </a:r>
            <a:r>
              <a:rPr b="0" lang="en" sz="1200" spc="-1" strike="noStrike">
                <a:solidFill>
                  <a:srgbClr val="263238"/>
                </a:solidFill>
                <a:latin typeface="Poppins"/>
                <a:ea typeface="Poppins"/>
              </a:rPr>
              <a:t> indicates only successful authentication attempts will result in the loading of the page.</a:t>
            </a:r>
            <a:endParaRPr b="0"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595959"/>
        </a:solidFill>
      </p:bgPr>
    </p:bg>
    <p:spTree>
      <p:nvGrpSpPr>
        <p:cNvPr id="1" name=""/>
        <p:cNvGrpSpPr/>
        <p:nvPr/>
      </p:nvGrpSpPr>
      <p:grpSpPr>
        <a:xfrm>
          <a:off x="0" y="0"/>
          <a:ext cx="0" cy="0"/>
          <a:chOff x="0" y="0"/>
          <a:chExt cx="0" cy="0"/>
        </a:xfrm>
      </p:grpSpPr>
      <p:sp>
        <p:nvSpPr>
          <p:cNvPr id="475" name="CustomShape 1"/>
          <p:cNvSpPr/>
          <p:nvPr/>
        </p:nvSpPr>
        <p:spPr>
          <a:xfrm>
            <a:off x="720000" y="972360"/>
            <a:ext cx="4539960" cy="269280"/>
          </a:xfrm>
          <a:prstGeom prst="roundRect">
            <a:avLst>
              <a:gd name="adj" fmla="val 50000"/>
            </a:avLst>
          </a:prstGeom>
          <a:solidFill>
            <a:srgbClr val="de4c36"/>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476" name="CustomShape 2"/>
          <p:cNvSpPr/>
          <p:nvPr/>
        </p:nvSpPr>
        <p:spPr>
          <a:xfrm>
            <a:off x="756000" y="458280"/>
            <a:ext cx="7700760" cy="609480"/>
          </a:xfrm>
          <a:prstGeom prst="rect">
            <a:avLst/>
          </a:prstGeom>
          <a:noFill/>
          <a:ln w="0">
            <a:noFill/>
          </a:ln>
        </p:spPr>
        <p:style>
          <a:lnRef idx="0"/>
          <a:fillRef idx="0"/>
          <a:effectRef idx="0"/>
          <a:fontRef idx="minor"/>
        </p:style>
        <p:txBody>
          <a:bodyPr lIns="90000" rIns="90000" tIns="91440" bIns="91440" anchor="t">
            <a:noAutofit/>
          </a:bodyPr>
          <a:p>
            <a:pPr>
              <a:lnSpc>
                <a:spcPct val="100000"/>
              </a:lnSpc>
            </a:pPr>
            <a:r>
              <a:rPr b="0" lang="en" sz="4000" spc="-1" strike="noStrike">
                <a:solidFill>
                  <a:srgbClr val="ffffff"/>
                </a:solidFill>
                <a:latin typeface="Poppins Black"/>
                <a:ea typeface="Poppins Black"/>
              </a:rPr>
              <a:t>Apache Lab </a:t>
            </a:r>
            <a:endParaRPr b="0" lang="en-US" sz="4000" spc="-1" strike="noStrike">
              <a:solidFill>
                <a:srgbClr val="ffffff"/>
              </a:solidFill>
              <a:latin typeface="Arial"/>
            </a:endParaRPr>
          </a:p>
        </p:txBody>
      </p:sp>
      <p:sp>
        <p:nvSpPr>
          <p:cNvPr id="477" name="CustomShape 3"/>
          <p:cNvSpPr/>
          <p:nvPr/>
        </p:nvSpPr>
        <p:spPr>
          <a:xfrm>
            <a:off x="496080" y="1740960"/>
            <a:ext cx="7961040" cy="2581560"/>
          </a:xfrm>
          <a:prstGeom prst="rect">
            <a:avLst/>
          </a:prstGeom>
          <a:noFill/>
          <a:ln w="0">
            <a:noFill/>
          </a:ln>
        </p:spPr>
        <p:style>
          <a:lnRef idx="0"/>
          <a:fillRef idx="0"/>
          <a:effectRef idx="0"/>
          <a:fontRef idx="minor"/>
        </p:style>
        <p:txBody>
          <a:bodyPr lIns="90000" rIns="90000" tIns="91440" bIns="91440" anchor="t">
            <a:spAutoFit/>
          </a:bodyPr>
          <a:p>
            <a:pPr marL="457200" indent="-321840">
              <a:lnSpc>
                <a:spcPct val="150000"/>
              </a:lnSpc>
              <a:buClr>
                <a:srgbClr val="de4c36"/>
              </a:buClr>
              <a:buFont typeface="Poppins"/>
              <a:buChar char="●"/>
            </a:pPr>
            <a:r>
              <a:rPr b="0" lang="en" sz="1500" spc="-1" strike="noStrike">
                <a:solidFill>
                  <a:srgbClr val="ffffff"/>
                </a:solidFill>
                <a:latin typeface="Poppins"/>
                <a:ea typeface="Poppins"/>
              </a:rPr>
              <a:t>Install Apache HTTP server</a:t>
            </a:r>
            <a:endParaRPr b="0" lang="en-US" sz="1500" spc="-1" strike="noStrike">
              <a:solidFill>
                <a:srgbClr val="ffffff"/>
              </a:solidFill>
              <a:latin typeface="Arial"/>
            </a:endParaRPr>
          </a:p>
          <a:p>
            <a:pPr marL="457200" indent="-321840">
              <a:lnSpc>
                <a:spcPct val="150000"/>
              </a:lnSpc>
              <a:buClr>
                <a:srgbClr val="de4c36"/>
              </a:buClr>
              <a:buFont typeface="Poppins"/>
              <a:buChar char="●"/>
            </a:pPr>
            <a:r>
              <a:rPr b="0" lang="en" sz="1500" spc="-1" strike="noStrike">
                <a:solidFill>
                  <a:srgbClr val="ffffff"/>
                </a:solidFill>
                <a:latin typeface="Poppins"/>
                <a:ea typeface="Poppins"/>
              </a:rPr>
              <a:t> </a:t>
            </a:r>
            <a:r>
              <a:rPr b="0" lang="en" sz="1500" spc="-1" strike="noStrike">
                <a:solidFill>
                  <a:srgbClr val="ffffff"/>
                </a:solidFill>
                <a:latin typeface="Poppins"/>
                <a:ea typeface="Poppins"/>
              </a:rPr>
              <a:t>Create two simple html pages named “page1.html, page2.html” </a:t>
            </a:r>
            <a:endParaRPr b="0" lang="en-US" sz="1500" spc="-1" strike="noStrike">
              <a:solidFill>
                <a:srgbClr val="ffffff"/>
              </a:solidFill>
              <a:latin typeface="Arial"/>
            </a:endParaRPr>
          </a:p>
          <a:p>
            <a:pPr marL="457200" indent="-321840">
              <a:lnSpc>
                <a:spcPct val="150000"/>
              </a:lnSpc>
              <a:buClr>
                <a:srgbClr val="de4c36"/>
              </a:buClr>
              <a:buFont typeface="Poppins"/>
              <a:buChar char="●"/>
            </a:pPr>
            <a:r>
              <a:rPr b="0" lang="en" sz="1500" spc="-1" strike="noStrike">
                <a:solidFill>
                  <a:srgbClr val="ffffff"/>
                </a:solidFill>
                <a:latin typeface="Poppins"/>
                <a:ea typeface="Poppins"/>
              </a:rPr>
              <a:t>then use the suitable directive to automatically redirect from localhost/page1.html to localhost/page2.html.</a:t>
            </a:r>
            <a:endParaRPr b="0" lang="en-US" sz="1500" spc="-1" strike="noStrike">
              <a:solidFill>
                <a:srgbClr val="ffffff"/>
              </a:solidFill>
              <a:latin typeface="Arial"/>
            </a:endParaRPr>
          </a:p>
          <a:p>
            <a:pPr marL="457200" indent="-321840">
              <a:lnSpc>
                <a:spcPct val="150000"/>
              </a:lnSpc>
              <a:buClr>
                <a:srgbClr val="de4c36"/>
              </a:buClr>
              <a:buFont typeface="Poppins"/>
              <a:buChar char="●"/>
            </a:pPr>
            <a:r>
              <a:rPr b="0" lang="en" sz="1500" spc="-1" strike="noStrike">
                <a:solidFill>
                  <a:srgbClr val="ffffff"/>
                </a:solidFill>
                <a:latin typeface="Poppins"/>
                <a:ea typeface="Poppins"/>
              </a:rPr>
              <a:t>Ask for username and password when accessing a directory.</a:t>
            </a:r>
            <a:endParaRPr b="0" lang="en-US" sz="1500" spc="-1" strike="noStrike">
              <a:solidFill>
                <a:srgbClr val="ffffff"/>
              </a:solidFill>
              <a:latin typeface="Arial"/>
            </a:endParaRPr>
          </a:p>
          <a:p>
            <a:pPr marL="457200" indent="-321840">
              <a:lnSpc>
                <a:spcPct val="150000"/>
              </a:lnSpc>
              <a:buClr>
                <a:srgbClr val="de4c36"/>
              </a:buClr>
              <a:buFont typeface="Poppins"/>
              <a:buChar char="●"/>
            </a:pPr>
            <a:r>
              <a:rPr b="0" lang="en" sz="1500" spc="-1" strike="noStrike">
                <a:solidFill>
                  <a:srgbClr val="ffffff"/>
                </a:solidFill>
                <a:latin typeface="Poppins"/>
                <a:ea typeface="Poppins"/>
              </a:rPr>
              <a:t>Create a directory then allow access to one of your classmates only.</a:t>
            </a:r>
            <a:endParaRPr b="0" lang="en-US" sz="1500" spc="-1" strike="noStrike">
              <a:solidFill>
                <a:srgbClr val="ffffff"/>
              </a:solidFill>
              <a:latin typeface="Arial"/>
            </a:endParaRPr>
          </a:p>
          <a:p>
            <a:pPr marL="457200" indent="-321840">
              <a:lnSpc>
                <a:spcPct val="150000"/>
              </a:lnSpc>
              <a:buClr>
                <a:srgbClr val="de4c36"/>
              </a:buClr>
              <a:buFont typeface="Poppins"/>
              <a:buChar char="●"/>
            </a:pPr>
            <a:r>
              <a:rPr b="0" lang="en" sz="1500" spc="-1" strike="noStrike">
                <a:solidFill>
                  <a:srgbClr val="ffffff"/>
                </a:solidFill>
                <a:latin typeface="Poppins"/>
                <a:ea typeface="Poppins"/>
              </a:rPr>
              <a:t>Change the default index page to be default.html instead of index.html</a:t>
            </a:r>
            <a:endParaRPr b="0" lang="en-US" sz="1500" spc="-1" strike="noStrike">
              <a:solidFill>
                <a:srgbClr val="ffffff"/>
              </a:solidFill>
              <a:latin typeface="Arial"/>
            </a:endParaRPr>
          </a:p>
        </p:txBody>
      </p:sp>
      <p:pic>
        <p:nvPicPr>
          <p:cNvPr id="478" name="Google Shape;736;p80" descr=""/>
          <p:cNvPicPr/>
          <p:nvPr/>
        </p:nvPicPr>
        <p:blipFill>
          <a:blip r:embed="rId1"/>
          <a:srcRect l="2303" t="10486" r="76242" b="9095"/>
          <a:stretch/>
        </p:blipFill>
        <p:spPr>
          <a:xfrm>
            <a:off x="7185960" y="313200"/>
            <a:ext cx="655560" cy="1208160"/>
          </a:xfrm>
          <a:prstGeom prst="rect">
            <a:avLst/>
          </a:prstGeom>
          <a:ln w="0">
            <a:noFill/>
          </a:ln>
        </p:spPr>
      </p:pic>
    </p:spTree>
  </p:cSld>
  <mc:AlternateContent>
    <mc:Choice Requires="p14">
      <p:transition spd="slow" p14:dur="2000"/>
    </mc:Choice>
    <mc:Fallback>
      <p:transition spd="slow"/>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de4c36"/>
        </a:solidFill>
      </p:bgPr>
    </p:bg>
    <p:spTree>
      <p:nvGrpSpPr>
        <p:cNvPr id="1" name=""/>
        <p:cNvGrpSpPr/>
        <p:nvPr/>
      </p:nvGrpSpPr>
      <p:grpSpPr>
        <a:xfrm>
          <a:off x="0" y="0"/>
          <a:ext cx="0" cy="0"/>
          <a:chOff x="0" y="0"/>
          <a:chExt cx="0" cy="0"/>
        </a:xfrm>
      </p:grpSpPr>
      <p:sp>
        <p:nvSpPr>
          <p:cNvPr id="479" name="CustomShape 1"/>
          <p:cNvSpPr/>
          <p:nvPr/>
        </p:nvSpPr>
        <p:spPr>
          <a:xfrm>
            <a:off x="2698200" y="1654560"/>
            <a:ext cx="3744720" cy="1127160"/>
          </a:xfrm>
          <a:prstGeom prst="rect">
            <a:avLst/>
          </a:prstGeom>
          <a:noFill/>
          <a:ln w="0">
            <a:noFill/>
          </a:ln>
        </p:spPr>
        <p:style>
          <a:lnRef idx="0"/>
          <a:fillRef idx="0"/>
          <a:effectRef idx="0"/>
          <a:fontRef idx="minor"/>
        </p:style>
        <p:txBody>
          <a:bodyPr lIns="90000" rIns="90000" tIns="91440" bIns="91440" anchor="t">
            <a:spAutoFit/>
          </a:bodyPr>
          <a:p>
            <a:pPr>
              <a:lnSpc>
                <a:spcPct val="100000"/>
              </a:lnSpc>
            </a:pPr>
            <a:r>
              <a:rPr b="0" lang="en" sz="6200" spc="-1" strike="noStrike">
                <a:solidFill>
                  <a:srgbClr val="ffffff"/>
                </a:solidFill>
                <a:latin typeface="Poppins Black"/>
                <a:ea typeface="Poppins Black"/>
              </a:rPr>
              <a:t>Thanks!</a:t>
            </a:r>
            <a:endParaRPr b="0" lang="en-US" sz="6200" spc="-1" strike="noStrike">
              <a:solidFill>
                <a:srgbClr val="ffffff"/>
              </a:solidFill>
              <a:latin typeface="Arial"/>
            </a:endParaRPr>
          </a:p>
        </p:txBody>
      </p:sp>
      <p:sp>
        <p:nvSpPr>
          <p:cNvPr id="480" name="CustomShape 2"/>
          <p:cNvSpPr/>
          <p:nvPr/>
        </p:nvSpPr>
        <p:spPr>
          <a:xfrm>
            <a:off x="2652840" y="2599200"/>
            <a:ext cx="3835080" cy="792360"/>
          </a:xfrm>
          <a:prstGeom prst="rect">
            <a:avLst/>
          </a:prstGeom>
          <a:noFill/>
          <a:ln w="0">
            <a:noFill/>
          </a:ln>
        </p:spPr>
        <p:style>
          <a:lnRef idx="0"/>
          <a:fillRef idx="0"/>
          <a:effectRef idx="0"/>
          <a:fontRef idx="minor"/>
        </p:style>
        <p:txBody>
          <a:bodyPr lIns="90000" rIns="90000" tIns="91440" bIns="91440" anchor="t">
            <a:spAutoFit/>
          </a:bodyPr>
          <a:p>
            <a:pPr algn="ctr">
              <a:lnSpc>
                <a:spcPct val="100000"/>
              </a:lnSpc>
            </a:pPr>
            <a:r>
              <a:rPr b="0" lang="en" sz="2000" spc="-1" strike="noStrike">
                <a:solidFill>
                  <a:srgbClr val="ffffff"/>
                </a:solidFill>
                <a:latin typeface="Poppins"/>
                <a:ea typeface="Poppins"/>
              </a:rPr>
              <a:t>Do you have any questions?</a:t>
            </a:r>
            <a:endParaRPr b="0" lang="en-US" sz="2000" spc="-1" strike="noStrike">
              <a:solidFill>
                <a:srgbClr val="ffffff"/>
              </a:solidFill>
              <a:latin typeface="Arial"/>
            </a:endParaRPr>
          </a:p>
          <a:p>
            <a:pPr>
              <a:lnSpc>
                <a:spcPct val="100000"/>
              </a:lnSpc>
            </a:pPr>
            <a:endParaRPr b="0" lang="en-US" sz="2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c7f9cc"/>
      </a:dk2>
      <a:lt2>
        <a:srgbClr val="80ed99"/>
      </a:lt2>
      <a:accent1>
        <a:srgbClr val="1a2327"/>
      </a:accent1>
      <a:accent2>
        <a:srgbClr val="58dd76"/>
      </a:accent2>
      <a:accent3>
        <a:srgbClr val="c7f9cc"/>
      </a:accent3>
      <a:accent4>
        <a:srgbClr val="80ed99"/>
      </a:accent4>
      <a:accent5>
        <a:srgbClr val="263238"/>
      </a:accent5>
      <a:accent6>
        <a:srgbClr val="fdfdfd"/>
      </a:accent6>
      <a:hlink>
        <a:srgbClr val="263238"/>
      </a:hlink>
      <a:folHlink>
        <a:srgbClr val="0097a7"/>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c7f9cc"/>
      </a:dk2>
      <a:lt2>
        <a:srgbClr val="80ed99"/>
      </a:lt2>
      <a:accent1>
        <a:srgbClr val="1a2327"/>
      </a:accent1>
      <a:accent2>
        <a:srgbClr val="58dd76"/>
      </a:accent2>
      <a:accent3>
        <a:srgbClr val="c7f9cc"/>
      </a:accent3>
      <a:accent4>
        <a:srgbClr val="80ed99"/>
      </a:accent4>
      <a:accent5>
        <a:srgbClr val="263238"/>
      </a:accent5>
      <a:accent6>
        <a:srgbClr val="fdfdfd"/>
      </a:accent6>
      <a:hlink>
        <a:srgbClr val="263238"/>
      </a:hlink>
      <a:folHlink>
        <a:srgbClr val="0097a7"/>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c7f9cc"/>
      </a:dk2>
      <a:lt2>
        <a:srgbClr val="80ed99"/>
      </a:lt2>
      <a:accent1>
        <a:srgbClr val="1a2327"/>
      </a:accent1>
      <a:accent2>
        <a:srgbClr val="58dd76"/>
      </a:accent2>
      <a:accent3>
        <a:srgbClr val="c7f9cc"/>
      </a:accent3>
      <a:accent4>
        <a:srgbClr val="80ed99"/>
      </a:accent4>
      <a:accent5>
        <a:srgbClr val="263238"/>
      </a:accent5>
      <a:accent6>
        <a:srgbClr val="fdfdfd"/>
      </a:accent6>
      <a:hlink>
        <a:srgbClr val="263238"/>
      </a:hlink>
      <a:folHlink>
        <a:srgbClr val="0097a7"/>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c7f9cc"/>
      </a:dk2>
      <a:lt2>
        <a:srgbClr val="80ed99"/>
      </a:lt2>
      <a:accent1>
        <a:srgbClr val="1a2327"/>
      </a:accent1>
      <a:accent2>
        <a:srgbClr val="58dd76"/>
      </a:accent2>
      <a:accent3>
        <a:srgbClr val="c7f9cc"/>
      </a:accent3>
      <a:accent4>
        <a:srgbClr val="80ed99"/>
      </a:accent4>
      <a:accent5>
        <a:srgbClr val="263238"/>
      </a:accent5>
      <a:accent6>
        <a:srgbClr val="fdfdfd"/>
      </a:accent6>
      <a:hlink>
        <a:srgbClr val="263238"/>
      </a:hlink>
      <a:folHlink>
        <a:srgbClr val="0097a7"/>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c7f9cc"/>
      </a:dk2>
      <a:lt2>
        <a:srgbClr val="80ed99"/>
      </a:lt2>
      <a:accent1>
        <a:srgbClr val="1a2327"/>
      </a:accent1>
      <a:accent2>
        <a:srgbClr val="58dd76"/>
      </a:accent2>
      <a:accent3>
        <a:srgbClr val="c7f9cc"/>
      </a:accent3>
      <a:accent4>
        <a:srgbClr val="80ed99"/>
      </a:accent4>
      <a:accent5>
        <a:srgbClr val="263238"/>
      </a:accent5>
      <a:accent6>
        <a:srgbClr val="fdfdfd"/>
      </a:accent6>
      <a:hlink>
        <a:srgbClr val="263238"/>
      </a:hlink>
      <a:folHlink>
        <a:srgbClr val="0097a7"/>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c7f9cc"/>
      </a:dk2>
      <a:lt2>
        <a:srgbClr val="80ed99"/>
      </a:lt2>
      <a:accent1>
        <a:srgbClr val="1a2327"/>
      </a:accent1>
      <a:accent2>
        <a:srgbClr val="58dd76"/>
      </a:accent2>
      <a:accent3>
        <a:srgbClr val="c7f9cc"/>
      </a:accent3>
      <a:accent4>
        <a:srgbClr val="80ed99"/>
      </a:accent4>
      <a:accent5>
        <a:srgbClr val="263238"/>
      </a:accent5>
      <a:accent6>
        <a:srgbClr val="fdfdfd"/>
      </a:accent6>
      <a:hlink>
        <a:srgbClr val="263238"/>
      </a:hlink>
      <a:folHlink>
        <a:srgbClr val="0097a7"/>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c7f9cc"/>
      </a:dk2>
      <a:lt2>
        <a:srgbClr val="80ed99"/>
      </a:lt2>
      <a:accent1>
        <a:srgbClr val="1a2327"/>
      </a:accent1>
      <a:accent2>
        <a:srgbClr val="58dd76"/>
      </a:accent2>
      <a:accent3>
        <a:srgbClr val="c7f9cc"/>
      </a:accent3>
      <a:accent4>
        <a:srgbClr val="80ed99"/>
      </a:accent4>
      <a:accent5>
        <a:srgbClr val="263238"/>
      </a:accent5>
      <a:accent6>
        <a:srgbClr val="fdfdfd"/>
      </a:accent6>
      <a:hlink>
        <a:srgbClr val="263238"/>
      </a:hlink>
      <a:folHlink>
        <a:srgbClr val="0097a7"/>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c7f9cc"/>
      </a:dk2>
      <a:lt2>
        <a:srgbClr val="80ed99"/>
      </a:lt2>
      <a:accent1>
        <a:srgbClr val="1a2327"/>
      </a:accent1>
      <a:accent2>
        <a:srgbClr val="58dd76"/>
      </a:accent2>
      <a:accent3>
        <a:srgbClr val="c7f9cc"/>
      </a:accent3>
      <a:accent4>
        <a:srgbClr val="80ed99"/>
      </a:accent4>
      <a:accent5>
        <a:srgbClr val="263238"/>
      </a:accent5>
      <a:accent6>
        <a:srgbClr val="fdfdfd"/>
      </a:accent6>
      <a:hlink>
        <a:srgbClr val="263238"/>
      </a:hlink>
      <a:folHlink>
        <a:srgbClr val="0097a7"/>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c7f9cc"/>
      </a:dk2>
      <a:lt2>
        <a:srgbClr val="80ed99"/>
      </a:lt2>
      <a:accent1>
        <a:srgbClr val="1a2327"/>
      </a:accent1>
      <a:accent2>
        <a:srgbClr val="58dd76"/>
      </a:accent2>
      <a:accent3>
        <a:srgbClr val="c7f9cc"/>
      </a:accent3>
      <a:accent4>
        <a:srgbClr val="80ed99"/>
      </a:accent4>
      <a:accent5>
        <a:srgbClr val="263238"/>
      </a:accent5>
      <a:accent6>
        <a:srgbClr val="fdfdfd"/>
      </a:accent6>
      <a:hlink>
        <a:srgbClr val="263238"/>
      </a:hlink>
      <a:folHlink>
        <a:srgbClr val="0097a7"/>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c7f9cc"/>
      </a:dk2>
      <a:lt2>
        <a:srgbClr val="80ed99"/>
      </a:lt2>
      <a:accent1>
        <a:srgbClr val="1a2327"/>
      </a:accent1>
      <a:accent2>
        <a:srgbClr val="58dd76"/>
      </a:accent2>
      <a:accent3>
        <a:srgbClr val="c7f9cc"/>
      </a:accent3>
      <a:accent4>
        <a:srgbClr val="80ed99"/>
      </a:accent4>
      <a:accent5>
        <a:srgbClr val="263238"/>
      </a:accent5>
      <a:accent6>
        <a:srgbClr val="fdfdfd"/>
      </a:accent6>
      <a:hlink>
        <a:srgbClr val="263238"/>
      </a:hlink>
      <a:folHlink>
        <a:srgbClr val="0097a7"/>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c7f9cc"/>
      </a:dk2>
      <a:lt2>
        <a:srgbClr val="80ed99"/>
      </a:lt2>
      <a:accent1>
        <a:srgbClr val="1a2327"/>
      </a:accent1>
      <a:accent2>
        <a:srgbClr val="58dd76"/>
      </a:accent2>
      <a:accent3>
        <a:srgbClr val="c7f9cc"/>
      </a:accent3>
      <a:accent4>
        <a:srgbClr val="80ed99"/>
      </a:accent4>
      <a:accent5>
        <a:srgbClr val="263238"/>
      </a:accent5>
      <a:accent6>
        <a:srgbClr val="fdfdfd"/>
      </a:accent6>
      <a:hlink>
        <a:srgbClr val="263238"/>
      </a:hlink>
      <a:folHlink>
        <a:srgbClr val="0097a7"/>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c7f9cc"/>
      </a:dk2>
      <a:lt2>
        <a:srgbClr val="80ed99"/>
      </a:lt2>
      <a:accent1>
        <a:srgbClr val="1a2327"/>
      </a:accent1>
      <a:accent2>
        <a:srgbClr val="58dd76"/>
      </a:accent2>
      <a:accent3>
        <a:srgbClr val="c7f9cc"/>
      </a:accent3>
      <a:accent4>
        <a:srgbClr val="80ed99"/>
      </a:accent4>
      <a:accent5>
        <a:srgbClr val="263238"/>
      </a:accent5>
      <a:accent6>
        <a:srgbClr val="fdfdfd"/>
      </a:accent6>
      <a:hlink>
        <a:srgbClr val="263238"/>
      </a:hlink>
      <a:folHlink>
        <a:srgbClr val="0097a7"/>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customXml/_rels/item1.xml.rels><?xml version="1.0" encoding="UTF-8"?>
<Relationships xmlns="http://schemas.openxmlformats.org/package/2006/relationships"><Relationship Id="rId1" Type="http://schemas.openxmlformats.org/officeDocument/2006/relationships/customXmlProps" Target="itemProps1.xml"/>
</Relationships>
</file>

<file path=customXml/_rels/item2.xml.rels><?xml version="1.0" encoding="UTF-8"?>
<Relationships xmlns="http://schemas.openxmlformats.org/package/2006/relationships"><Relationship Id="rId1" Type="http://schemas.openxmlformats.org/officeDocument/2006/relationships/customXmlProps" Target="itemProps2.xml"/>
</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2CD69C1FE068042B9F3EE2E76C80F96" ma:contentTypeVersion="10" ma:contentTypeDescription="Create a new document." ma:contentTypeScope="" ma:versionID="77cbc4c393c8eec85ce4353ba19ae729">
  <xsd:schema xmlns:xsd="http://www.w3.org/2001/XMLSchema" xmlns:xs="http://www.w3.org/2001/XMLSchema" xmlns:p="http://schemas.microsoft.com/office/2006/metadata/properties" xmlns:ns2="1cd74b72-c667-4e78-aec4-5a642da9f535" xmlns:ns3="644fb098-bb99-46d4-a784-8c202deadeec" targetNamespace="http://schemas.microsoft.com/office/2006/metadata/properties" ma:root="true" ma:fieldsID="2ed54955bd9516eab0b6ccfc8b5fe992" ns2:_="" ns3:_="">
    <xsd:import namespace="1cd74b72-c667-4e78-aec4-5a642da9f535"/>
    <xsd:import namespace="644fb098-bb99-46d4-a784-8c202deadeec"/>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cd74b72-c667-4e78-aec4-5a642da9f53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40513edf-9d01-408c-8f50-b47e619fdba3"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44fb098-bb99-46d4-a784-8c202deadeec"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46f7c0bc-4ce8-4bfd-a856-1ffd8507c3b6}" ma:internalName="TaxCatchAll" ma:showField="CatchAllData" ma:web="644fb098-bb99-46d4-a784-8c202deadee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C5E4487-5C78-406E-8D40-58A60D786D0F}"/>
</file>

<file path=customXml/itemProps2.xml><?xml version="1.0" encoding="utf-8"?>
<ds:datastoreItem xmlns:ds="http://schemas.openxmlformats.org/officeDocument/2006/customXml" ds:itemID="{DD70D0EE-80B4-4ACD-8317-48925418D351}"/>
</file>

<file path=docProps/app.xml><?xml version="1.0" encoding="utf-8"?>
<Properties xmlns="http://schemas.openxmlformats.org/officeDocument/2006/extended-properties" xmlns:vt="http://schemas.openxmlformats.org/officeDocument/2006/docPropsVTypes">
  <Template/>
  <TotalTime>959</TotalTime>
  <Application>LibreOffice/24.2.7.2$Linux_X86_64 LibreOffice_project/420$Build-2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en-US</dc:language>
  <cp:lastModifiedBy/>
  <dcterms:modified xsi:type="dcterms:W3CDTF">2025-02-04T17:56:22Z</dcterms:modified>
  <cp:revision>10</cp:revision>
  <dc:subject/>
  <dc:title/>
</cp:coreProperties>
</file>

<file path=docProps/custom.xml><?xml version="1.0" encoding="utf-8"?>
<Properties xmlns="http://schemas.openxmlformats.org/officeDocument/2006/custom-properties" xmlns:vt="http://schemas.openxmlformats.org/officeDocument/2006/docPropsVTypes"/>
</file>